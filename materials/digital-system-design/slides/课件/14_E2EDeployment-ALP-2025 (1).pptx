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autoCompressPictures="0">
  <p:sldMasterIdLst>
    <p:sldMasterId id="2147483648" r:id="rId1"/>
    <p:sldMasterId id="2147483675" r:id="rId2"/>
  </p:sldMasterIdLst>
  <p:notesMasterIdLst>
    <p:notesMasterId r:id="rId50"/>
  </p:notesMasterIdLst>
  <p:handoutMasterIdLst>
    <p:handoutMasterId r:id="rId51"/>
  </p:handoutMasterIdLst>
  <p:sldIdLst>
    <p:sldId id="273" r:id="rId3"/>
    <p:sldId id="493" r:id="rId4"/>
    <p:sldId id="438" r:id="rId5"/>
    <p:sldId id="442" r:id="rId6"/>
    <p:sldId id="443" r:id="rId7"/>
    <p:sldId id="445" r:id="rId8"/>
    <p:sldId id="477" r:id="rId9"/>
    <p:sldId id="494" r:id="rId10"/>
    <p:sldId id="495" r:id="rId11"/>
    <p:sldId id="496" r:id="rId12"/>
    <p:sldId id="497" r:id="rId13"/>
    <p:sldId id="498" r:id="rId14"/>
    <p:sldId id="499" r:id="rId15"/>
    <p:sldId id="508" r:id="rId16"/>
    <p:sldId id="500" r:id="rId17"/>
    <p:sldId id="502" r:id="rId18"/>
    <p:sldId id="503" r:id="rId19"/>
    <p:sldId id="504" r:id="rId20"/>
    <p:sldId id="505" r:id="rId21"/>
    <p:sldId id="506" r:id="rId22"/>
    <p:sldId id="509" r:id="rId23"/>
    <p:sldId id="510" r:id="rId24"/>
    <p:sldId id="511" r:id="rId25"/>
    <p:sldId id="512" r:id="rId26"/>
    <p:sldId id="513" r:id="rId27"/>
    <p:sldId id="514" r:id="rId28"/>
    <p:sldId id="515" r:id="rId29"/>
    <p:sldId id="516" r:id="rId30"/>
    <p:sldId id="517" r:id="rId31"/>
    <p:sldId id="518" r:id="rId32"/>
    <p:sldId id="519" r:id="rId33"/>
    <p:sldId id="520" r:id="rId34"/>
    <p:sldId id="521" r:id="rId35"/>
    <p:sldId id="522" r:id="rId36"/>
    <p:sldId id="534" r:id="rId37"/>
    <p:sldId id="523" r:id="rId38"/>
    <p:sldId id="524" r:id="rId39"/>
    <p:sldId id="525" r:id="rId40"/>
    <p:sldId id="526" r:id="rId41"/>
    <p:sldId id="527" r:id="rId42"/>
    <p:sldId id="529" r:id="rId43"/>
    <p:sldId id="528" r:id="rId44"/>
    <p:sldId id="530" r:id="rId45"/>
    <p:sldId id="531" r:id="rId46"/>
    <p:sldId id="535" r:id="rId47"/>
    <p:sldId id="532" r:id="rId48"/>
    <p:sldId id="533" r:id="rId49"/>
  </p:sldIdLst>
  <p:sldSz cx="9144000" cy="5143500" type="screen16x9"/>
  <p:notesSz cx="6858000" cy="9144000"/>
  <p:defaultText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15:clr>
            <a:srgbClr val="A4A3A4"/>
          </p15:clr>
        </p15:guide>
        <p15:guide id="2" orient="horz" pos="1588">
          <p15:clr>
            <a:srgbClr val="A4A3A4"/>
          </p15:clr>
        </p15:guide>
        <p15:guide id="3" pos="117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190FF"/>
    <a:srgbClr val="0000A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61" autoAdjust="0"/>
    <p:restoredTop sz="85752" autoAdjust="0"/>
  </p:normalViewPr>
  <p:slideViewPr>
    <p:cSldViewPr snapToObjects="1" showGuides="1">
      <p:cViewPr varScale="1">
        <p:scale>
          <a:sx n="183" d="100"/>
          <a:sy n="183" d="100"/>
        </p:scale>
        <p:origin x="1056" y="162"/>
      </p:cViewPr>
      <p:guideLst>
        <p:guide orient="horz"/>
        <p:guide orient="horz" pos="1588"/>
        <p:guide pos="1173"/>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handoutMaster" Target="handoutMasters/handout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12EA463-4263-314D-AAFB-BCFCA0D0C697}" type="datetimeFigureOut">
              <a:rPr kumimoji="1" lang="zh-CN" altLang="en-US" smtClean="0"/>
              <a:t>2025/5/25</a:t>
            </a:fld>
            <a:endParaRPr kumimoji="1"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96A6886-E090-8745-9C15-5C513B3AC9F5}" type="slidenum">
              <a:rPr kumimoji="1" lang="zh-CN" altLang="en-US" smtClean="0"/>
              <a:t>‹#›</a:t>
            </a:fld>
            <a:endParaRPr kumimoji="1" lang="zh-CN" altLang="en-US"/>
          </a:p>
        </p:txBody>
      </p:sp>
    </p:spTree>
    <p:extLst>
      <p:ext uri="{BB962C8B-B14F-4D97-AF65-F5344CB8AC3E}">
        <p14:creationId xmlns:p14="http://schemas.microsoft.com/office/powerpoint/2010/main" val="211318077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346038D-CAD5-8642-8389-D91E6B17B86B}" type="datetimeFigureOut">
              <a:rPr kumimoji="1" lang="zh-CN" altLang="en-US" smtClean="0"/>
              <a:t>2025/5/25</a:t>
            </a:fld>
            <a:endParaRPr kumimoji="1"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BC9C77A-E5B4-C34A-B2D1-C11DEEC84AD6}" type="slidenum">
              <a:rPr kumimoji="1" lang="zh-CN" altLang="en-US" smtClean="0"/>
              <a:t>‹#›</a:t>
            </a:fld>
            <a:endParaRPr kumimoji="1" lang="zh-CN" altLang="en-US"/>
          </a:p>
        </p:txBody>
      </p:sp>
    </p:spTree>
    <p:extLst>
      <p:ext uri="{BB962C8B-B14F-4D97-AF65-F5344CB8AC3E}">
        <p14:creationId xmlns:p14="http://schemas.microsoft.com/office/powerpoint/2010/main" val="593707743"/>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2</a:t>
            </a:fld>
            <a:endParaRPr kumimoji="1" lang="zh-CN" altLang="en-US"/>
          </a:p>
        </p:txBody>
      </p:sp>
    </p:spTree>
    <p:extLst>
      <p:ext uri="{BB962C8B-B14F-4D97-AF65-F5344CB8AC3E}">
        <p14:creationId xmlns:p14="http://schemas.microsoft.com/office/powerpoint/2010/main" val="11844186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3</a:t>
            </a:fld>
            <a:endParaRPr kumimoji="1" lang="zh-CN" altLang="en-US"/>
          </a:p>
        </p:txBody>
      </p:sp>
    </p:spTree>
    <p:extLst>
      <p:ext uri="{BB962C8B-B14F-4D97-AF65-F5344CB8AC3E}">
        <p14:creationId xmlns:p14="http://schemas.microsoft.com/office/powerpoint/2010/main" val="457569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4</a:t>
            </a:fld>
            <a:endParaRPr kumimoji="1" lang="zh-CN" altLang="en-US"/>
          </a:p>
        </p:txBody>
      </p:sp>
    </p:spTree>
    <p:extLst>
      <p:ext uri="{BB962C8B-B14F-4D97-AF65-F5344CB8AC3E}">
        <p14:creationId xmlns:p14="http://schemas.microsoft.com/office/powerpoint/2010/main" val="9693464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5</a:t>
            </a:fld>
            <a:endParaRPr kumimoji="1" lang="zh-CN" altLang="en-US"/>
          </a:p>
        </p:txBody>
      </p:sp>
    </p:spTree>
    <p:extLst>
      <p:ext uri="{BB962C8B-B14F-4D97-AF65-F5344CB8AC3E}">
        <p14:creationId xmlns:p14="http://schemas.microsoft.com/office/powerpoint/2010/main" val="38762470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6</a:t>
            </a:fld>
            <a:endParaRPr kumimoji="1" lang="zh-CN" altLang="en-US"/>
          </a:p>
        </p:txBody>
      </p:sp>
    </p:spTree>
    <p:extLst>
      <p:ext uri="{BB962C8B-B14F-4D97-AF65-F5344CB8AC3E}">
        <p14:creationId xmlns:p14="http://schemas.microsoft.com/office/powerpoint/2010/main" val="22240378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有很多的任务还是再</a:t>
            </a:r>
            <a:r>
              <a:rPr lang="en-US" altLang="zh-CN" dirty="0"/>
              <a:t>CPU</a:t>
            </a:r>
            <a:r>
              <a:rPr lang="zh-CN" altLang="en-US" dirty="0"/>
              <a:t>上面执行</a:t>
            </a:r>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8</a:t>
            </a:fld>
            <a:endParaRPr kumimoji="1" lang="zh-CN" altLang="en-US"/>
          </a:p>
        </p:txBody>
      </p:sp>
    </p:spTree>
    <p:extLst>
      <p:ext uri="{BB962C8B-B14F-4D97-AF65-F5344CB8AC3E}">
        <p14:creationId xmlns:p14="http://schemas.microsoft.com/office/powerpoint/2010/main" val="11065982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讲一下</a:t>
            </a:r>
            <a:r>
              <a:rPr lang="en-US" altLang="zh-CN" dirty="0"/>
              <a:t>reuse</a:t>
            </a:r>
            <a:r>
              <a:rPr lang="zh-CN" altLang="en-US" dirty="0"/>
              <a:t>，</a:t>
            </a:r>
            <a:r>
              <a:rPr lang="en-US" altLang="zh-CN" dirty="0"/>
              <a:t>larger filter-》input reuse</a:t>
            </a:r>
          </a:p>
          <a:p>
            <a:r>
              <a:rPr lang="zh-CN" altLang="en-US" dirty="0"/>
              <a:t>跟什么有关？</a:t>
            </a:r>
            <a:endParaRPr lang="en-US" altLang="zh-CN" dirty="0"/>
          </a:p>
          <a:p>
            <a:r>
              <a:rPr lang="zh-CN" altLang="en-US" dirty="0"/>
              <a:t>各个维度大小，数据是否规律，</a:t>
            </a:r>
            <a:r>
              <a:rPr lang="en-US" altLang="zh-CN" dirty="0"/>
              <a:t>stride</a:t>
            </a:r>
            <a:r>
              <a:rPr lang="zh-CN" altLang="en-US" dirty="0"/>
              <a:t>，等等</a:t>
            </a:r>
            <a:endParaRPr lang="en-US" altLang="zh-CN" dirty="0"/>
          </a:p>
          <a:p>
            <a:r>
              <a:rPr lang="en-US" altLang="zh-CN" dirty="0" err="1"/>
              <a:t>SqueezeNet</a:t>
            </a:r>
            <a:r>
              <a:rPr lang="zh-CN" altLang="en-US" dirty="0"/>
              <a:t>：更多关注了计算，用了很多小卷积核</a:t>
            </a:r>
            <a:endParaRPr lang="en-US" altLang="zh-CN" dirty="0"/>
          </a:p>
          <a:p>
            <a:endParaRPr lang="en-US" dirty="0"/>
          </a:p>
          <a:p>
            <a:endParaRPr lang="en-US" dirty="0"/>
          </a:p>
          <a:p>
            <a:r>
              <a:rPr lang="en-US" altLang="zh-CN" dirty="0"/>
              <a:t>For image datasets, the host fetches images from the network, decodes and preprocesses them, and feeds them to the device. We refer this as data preparation. The device then performs training computation on the images. Data infeed includes network overhead, host compute, and transfer between host and device</a:t>
            </a:r>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9</a:t>
            </a:fld>
            <a:endParaRPr kumimoji="1" lang="zh-CN" altLang="en-US"/>
          </a:p>
        </p:txBody>
      </p:sp>
    </p:spTree>
    <p:extLst>
      <p:ext uri="{BB962C8B-B14F-4D97-AF65-F5344CB8AC3E}">
        <p14:creationId xmlns:p14="http://schemas.microsoft.com/office/powerpoint/2010/main" val="37670544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UT Austin Harvard Intel</a:t>
            </a:r>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10</a:t>
            </a:fld>
            <a:endParaRPr kumimoji="1" lang="zh-CN" altLang="en-US"/>
          </a:p>
        </p:txBody>
      </p:sp>
    </p:spTree>
    <p:extLst>
      <p:ext uri="{BB962C8B-B14F-4D97-AF65-F5344CB8AC3E}">
        <p14:creationId xmlns:p14="http://schemas.microsoft.com/office/powerpoint/2010/main" val="35709103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11</a:t>
            </a:fld>
            <a:endParaRPr kumimoji="1" lang="zh-CN" altLang="en-US"/>
          </a:p>
        </p:txBody>
      </p:sp>
    </p:spTree>
    <p:extLst>
      <p:ext uri="{BB962C8B-B14F-4D97-AF65-F5344CB8AC3E}">
        <p14:creationId xmlns:p14="http://schemas.microsoft.com/office/powerpoint/2010/main" val="14349696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讲一下</a:t>
            </a:r>
            <a:r>
              <a:rPr lang="en-US" altLang="zh-CN" dirty="0"/>
              <a:t>Amdahl</a:t>
            </a:r>
            <a:r>
              <a:rPr lang="zh-CN" altLang="en-US" dirty="0"/>
              <a:t>定律</a:t>
            </a:r>
            <a:endParaRPr lang="en-US" altLang="zh-CN" dirty="0"/>
          </a:p>
          <a:p>
            <a:endParaRPr lang="en-US" dirty="0"/>
          </a:p>
          <a:p>
            <a:r>
              <a:rPr lang="en-US" altLang="zh-CN" b="0" i="0" dirty="0">
                <a:solidFill>
                  <a:srgbClr val="222222"/>
                </a:solidFill>
                <a:effectLst/>
                <a:latin typeface="Merriweather" panose="020B0604020202020204" pitchFamily="2" charset="0"/>
              </a:rPr>
              <a:t>Amdahl’s Law says that if you apply </a:t>
            </a:r>
            <a:r>
              <a:rPr lang="en-US" altLang="zh-CN" b="0" i="1" dirty="0">
                <a:solidFill>
                  <a:srgbClr val="222222"/>
                </a:solidFill>
                <a:effectLst/>
                <a:latin typeface="Merriweather" panose="020B0604020202020204" pitchFamily="2" charset="0"/>
              </a:rPr>
              <a:t>P</a:t>
            </a:r>
            <a:r>
              <a:rPr lang="en-US" altLang="zh-CN" b="0" i="0" dirty="0">
                <a:solidFill>
                  <a:srgbClr val="222222"/>
                </a:solidFill>
                <a:effectLst/>
                <a:latin typeface="Merriweather" panose="020B0604020202020204" pitchFamily="2" charset="0"/>
              </a:rPr>
              <a:t> processors to a task that has serial fraction </a:t>
            </a:r>
            <a:r>
              <a:rPr lang="en-US" altLang="zh-CN" b="0" i="1" dirty="0">
                <a:solidFill>
                  <a:srgbClr val="222222"/>
                </a:solidFill>
                <a:effectLst/>
                <a:latin typeface="Merriweather" panose="020B0604020202020204" pitchFamily="2" charset="0"/>
              </a:rPr>
              <a:t>f</a:t>
            </a:r>
            <a:r>
              <a:rPr lang="en-US" altLang="zh-CN" b="0" i="0" dirty="0">
                <a:solidFill>
                  <a:srgbClr val="222222"/>
                </a:solidFill>
                <a:effectLst/>
                <a:latin typeface="Merriweather" panose="020B0604020202020204" pitchFamily="2" charset="0"/>
              </a:rPr>
              <a:t>, the predicted net speedup is</a:t>
            </a:r>
          </a:p>
          <a:p>
            <a:r>
              <a:rPr lang="en-US" altLang="zh-CN" b="0" i="0" dirty="0">
                <a:solidFill>
                  <a:srgbClr val="222222"/>
                </a:solidFill>
                <a:effectLst/>
                <a:latin typeface="Merriweather" panose="020B0604020202020204" pitchFamily="2" charset="0"/>
              </a:rPr>
              <a:t>1/</a:t>
            </a:r>
            <a:r>
              <a:rPr lang="zh-CN" altLang="en-US" b="0" i="0" dirty="0">
                <a:solidFill>
                  <a:srgbClr val="222222"/>
                </a:solidFill>
                <a:effectLst/>
                <a:latin typeface="Merriweather" panose="020B0604020202020204" pitchFamily="2" charset="0"/>
              </a:rPr>
              <a:t>（</a:t>
            </a:r>
            <a:r>
              <a:rPr lang="en-US" altLang="zh-CN" b="0" i="0" dirty="0">
                <a:solidFill>
                  <a:srgbClr val="222222"/>
                </a:solidFill>
                <a:effectLst/>
                <a:latin typeface="Merriweather" panose="020B0604020202020204" pitchFamily="2" charset="0"/>
              </a:rPr>
              <a:t>f+(1-f)/P</a:t>
            </a:r>
            <a:r>
              <a:rPr lang="zh-CN" altLang="en-US" b="0" i="0" dirty="0">
                <a:solidFill>
                  <a:srgbClr val="222222"/>
                </a:solidFill>
                <a:effectLst/>
                <a:latin typeface="Merriweather" panose="020B0604020202020204" pitchFamily="2" charset="0"/>
              </a:rPr>
              <a:t>）</a:t>
            </a:r>
            <a:endParaRPr lang="en-US" altLang="zh-CN" b="0" i="0" dirty="0">
              <a:solidFill>
                <a:srgbClr val="222222"/>
              </a:solidFill>
              <a:effectLst/>
              <a:latin typeface="Merriweather" panose="020B0604020202020204" pitchFamily="2" charset="0"/>
            </a:endParaRPr>
          </a:p>
          <a:p>
            <a:endParaRPr lang="en-US" b="0" i="0" dirty="0">
              <a:solidFill>
                <a:srgbClr val="222222"/>
              </a:solidFill>
              <a:effectLst/>
              <a:latin typeface="Merriweather" panose="020B0604020202020204" pitchFamily="2" charset="0"/>
            </a:endParaRPr>
          </a:p>
          <a:p>
            <a:r>
              <a:rPr lang="en-US" altLang="zh-CN" b="1" i="0" dirty="0">
                <a:solidFill>
                  <a:srgbClr val="202122"/>
                </a:solidFill>
                <a:effectLst/>
                <a:latin typeface="Arial" panose="020B0604020202020204" pitchFamily="34" charset="0"/>
              </a:rPr>
              <a:t>the overall performance improvement gained by optimizing a single part of a system is limited by the fraction of time that the improved part is actually used</a:t>
            </a:r>
            <a:endParaRPr lang="en-US" altLang="zh-CN" b="0" i="0" dirty="0">
              <a:solidFill>
                <a:srgbClr val="222222"/>
              </a:solidFill>
              <a:effectLst/>
              <a:latin typeface="Merriweather" panose="020B0604020202020204" pitchFamily="2" charset="0"/>
            </a:endParaRPr>
          </a:p>
          <a:p>
            <a:endParaRPr lang="en-US" b="0" i="0" dirty="0">
              <a:solidFill>
                <a:srgbClr val="222222"/>
              </a:solidFill>
              <a:effectLst/>
              <a:latin typeface="Merriweather" panose="020B0604020202020204" pitchFamily="2" charset="0"/>
            </a:endParaRPr>
          </a:p>
          <a:p>
            <a:r>
              <a:rPr lang="en-US" b="0" i="0" dirty="0">
                <a:solidFill>
                  <a:srgbClr val="222222"/>
                </a:solidFill>
                <a:effectLst/>
                <a:latin typeface="Merriweather" panose="020B0604020202020204" pitchFamily="2" charset="0"/>
              </a:rPr>
              <a:t>1967 Gene Amdahl</a:t>
            </a:r>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12</a:t>
            </a:fld>
            <a:endParaRPr kumimoji="1" lang="zh-CN" altLang="en-US"/>
          </a:p>
        </p:txBody>
      </p:sp>
    </p:spTree>
    <p:extLst>
      <p:ext uri="{BB962C8B-B14F-4D97-AF65-F5344CB8AC3E}">
        <p14:creationId xmlns:p14="http://schemas.microsoft.com/office/powerpoint/2010/main" val="12025256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14</a:t>
            </a:fld>
            <a:endParaRPr kumimoji="1" lang="zh-CN" altLang="en-US"/>
          </a:p>
        </p:txBody>
      </p:sp>
    </p:spTree>
    <p:extLst>
      <p:ext uri="{BB962C8B-B14F-4D97-AF65-F5344CB8AC3E}">
        <p14:creationId xmlns:p14="http://schemas.microsoft.com/office/powerpoint/2010/main" val="32037673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Thermal and</a:t>
            </a:r>
            <a:r>
              <a:rPr lang="zh-CN" altLang="en-US" dirty="0"/>
              <a:t> </a:t>
            </a:r>
            <a:r>
              <a:rPr lang="en-US" altLang="zh-CN" dirty="0"/>
              <a:t>management</a:t>
            </a:r>
            <a:r>
              <a:rPr lang="zh-CN" altLang="en-US" dirty="0"/>
              <a:t>所以很多还是</a:t>
            </a:r>
            <a:r>
              <a:rPr lang="en-US" altLang="zh-CN" dirty="0"/>
              <a:t>bound</a:t>
            </a:r>
            <a:r>
              <a:rPr lang="zh-CN" altLang="en-US" dirty="0"/>
              <a:t> </a:t>
            </a:r>
            <a:r>
              <a:rPr lang="en-US" altLang="zh-CN" dirty="0"/>
              <a:t>with CPU</a:t>
            </a:r>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15</a:t>
            </a:fld>
            <a:endParaRPr kumimoji="1" lang="zh-CN" altLang="en-US"/>
          </a:p>
        </p:txBody>
      </p:sp>
    </p:spTree>
    <p:extLst>
      <p:ext uri="{BB962C8B-B14F-4D97-AF65-F5344CB8AC3E}">
        <p14:creationId xmlns:p14="http://schemas.microsoft.com/office/powerpoint/2010/main" val="12100510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脑机接口什么的</a:t>
            </a:r>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16</a:t>
            </a:fld>
            <a:endParaRPr kumimoji="1" lang="zh-CN" altLang="en-US"/>
          </a:p>
        </p:txBody>
      </p:sp>
    </p:spTree>
    <p:extLst>
      <p:ext uri="{BB962C8B-B14F-4D97-AF65-F5344CB8AC3E}">
        <p14:creationId xmlns:p14="http://schemas.microsoft.com/office/powerpoint/2010/main" val="33772755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17</a:t>
            </a:fld>
            <a:endParaRPr kumimoji="1" lang="zh-CN" altLang="en-US"/>
          </a:p>
        </p:txBody>
      </p:sp>
    </p:spTree>
    <p:extLst>
      <p:ext uri="{BB962C8B-B14F-4D97-AF65-F5344CB8AC3E}">
        <p14:creationId xmlns:p14="http://schemas.microsoft.com/office/powerpoint/2010/main" val="9466510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图一 </a:t>
            </a:r>
            <a:r>
              <a:rPr lang="en-US" altLang="zh-CN" dirty="0"/>
              <a:t>generation</a:t>
            </a:r>
            <a:r>
              <a:rPr lang="zh-CN" altLang="en-US" dirty="0"/>
              <a:t>内部，不同的使用情况，</a:t>
            </a:r>
            <a:r>
              <a:rPr lang="en-US" altLang="zh-CN" dirty="0"/>
              <a:t>aging</a:t>
            </a:r>
            <a:r>
              <a:rPr lang="zh-CN" altLang="en-US" dirty="0"/>
              <a:t>等等</a:t>
            </a:r>
            <a:endParaRPr lang="en-US" altLang="zh-CN" dirty="0"/>
          </a:p>
          <a:p>
            <a:r>
              <a:rPr lang="en-US" altLang="zh-CN" dirty="0"/>
              <a:t>Facebook</a:t>
            </a:r>
            <a:r>
              <a:rPr lang="zh-CN" altLang="en-US" dirty="0"/>
              <a:t>的工作</a:t>
            </a:r>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18</a:t>
            </a:fld>
            <a:endParaRPr kumimoji="1" lang="zh-CN" altLang="en-US"/>
          </a:p>
        </p:txBody>
      </p:sp>
    </p:spTree>
    <p:extLst>
      <p:ext uri="{BB962C8B-B14F-4D97-AF65-F5344CB8AC3E}">
        <p14:creationId xmlns:p14="http://schemas.microsoft.com/office/powerpoint/2010/main" val="41774945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Google</a:t>
            </a:r>
            <a:r>
              <a:rPr lang="zh-CN" altLang="en-US" dirty="0"/>
              <a:t>的工作</a:t>
            </a:r>
            <a:endParaRPr lang="en-US" altLang="zh-CN" dirty="0"/>
          </a:p>
          <a:p>
            <a:r>
              <a:rPr lang="en-US" altLang="zh-CN" dirty="0"/>
              <a:t>LLC</a:t>
            </a:r>
            <a:r>
              <a:rPr lang="zh-CN" altLang="en-US" dirty="0"/>
              <a:t>：</a:t>
            </a:r>
            <a:r>
              <a:rPr lang="en-US" altLang="zh-CN" dirty="0"/>
              <a:t>Last-level Cache</a:t>
            </a:r>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19</a:t>
            </a:fld>
            <a:endParaRPr kumimoji="1" lang="zh-CN" altLang="en-US"/>
          </a:p>
        </p:txBody>
      </p:sp>
    </p:spTree>
    <p:extLst>
      <p:ext uri="{BB962C8B-B14F-4D97-AF65-F5344CB8AC3E}">
        <p14:creationId xmlns:p14="http://schemas.microsoft.com/office/powerpoint/2010/main" val="41027503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transistors</a:t>
            </a:r>
          </a:p>
          <a:p>
            <a:r>
              <a:rPr lang="en-US" dirty="0"/>
              <a:t>More cores</a:t>
            </a:r>
          </a:p>
          <a:p>
            <a:r>
              <a:rPr lang="en-US" dirty="0"/>
              <a:t>More heterogeneous cores, not only smartphone. Intel i7 gen 12 13</a:t>
            </a:r>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21</a:t>
            </a:fld>
            <a:endParaRPr kumimoji="1" lang="zh-CN" altLang="en-US"/>
          </a:p>
        </p:txBody>
      </p:sp>
    </p:spTree>
    <p:extLst>
      <p:ext uri="{BB962C8B-B14F-4D97-AF65-F5344CB8AC3E}">
        <p14:creationId xmlns:p14="http://schemas.microsoft.com/office/powerpoint/2010/main" val="6889063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所有的加速都是一种并行，大概念</a:t>
            </a:r>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22</a:t>
            </a:fld>
            <a:endParaRPr kumimoji="1" lang="zh-CN" altLang="en-US"/>
          </a:p>
        </p:txBody>
      </p:sp>
    </p:spTree>
    <p:extLst>
      <p:ext uri="{BB962C8B-B14F-4D97-AF65-F5344CB8AC3E}">
        <p14:creationId xmlns:p14="http://schemas.microsoft.com/office/powerpoint/2010/main" val="2833962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BLP: 32-&gt; 64 bit</a:t>
            </a:r>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23</a:t>
            </a:fld>
            <a:endParaRPr kumimoji="1" lang="zh-CN" altLang="en-US"/>
          </a:p>
        </p:txBody>
      </p:sp>
    </p:spTree>
    <p:extLst>
      <p:ext uri="{BB962C8B-B14F-4D97-AF65-F5344CB8AC3E}">
        <p14:creationId xmlns:p14="http://schemas.microsoft.com/office/powerpoint/2010/main" val="35099860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4004 4</a:t>
            </a:r>
            <a:r>
              <a:rPr lang="zh-CN" altLang="en-US" dirty="0"/>
              <a:t>比特</a:t>
            </a:r>
            <a:endParaRPr lang="en-US" altLang="zh-CN" dirty="0"/>
          </a:p>
          <a:p>
            <a:r>
              <a:rPr lang="en-US" dirty="0"/>
              <a:t>Reverse trend of </a:t>
            </a:r>
            <a:r>
              <a:rPr lang="en-US" dirty="0" err="1"/>
              <a:t>blp</a:t>
            </a:r>
            <a:r>
              <a:rPr lang="en-US" dirty="0"/>
              <a:t> </a:t>
            </a:r>
            <a:r>
              <a:rPr lang="zh-CN" altLang="en-US" dirty="0"/>
              <a:t>现在都用</a:t>
            </a:r>
            <a:r>
              <a:rPr lang="en-US" altLang="zh-CN" dirty="0"/>
              <a:t>8</a:t>
            </a:r>
            <a:r>
              <a:rPr lang="zh-CN" altLang="en-US" dirty="0"/>
              <a:t>比特</a:t>
            </a:r>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24</a:t>
            </a:fld>
            <a:endParaRPr kumimoji="1" lang="zh-CN" altLang="en-US"/>
          </a:p>
        </p:txBody>
      </p:sp>
    </p:spTree>
    <p:extLst>
      <p:ext uri="{BB962C8B-B14F-4D97-AF65-F5344CB8AC3E}">
        <p14:creationId xmlns:p14="http://schemas.microsoft.com/office/powerpoint/2010/main" val="27278972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ILP</a:t>
            </a:r>
            <a:r>
              <a:rPr lang="zh-CN" altLang="en-US" dirty="0"/>
              <a:t>是无感的</a:t>
            </a:r>
            <a:endParaRPr lang="en-US" altLang="zh-CN" dirty="0"/>
          </a:p>
          <a:p>
            <a:r>
              <a:rPr lang="zh-CN" altLang="en-US" dirty="0"/>
              <a:t>很多的</a:t>
            </a:r>
            <a:r>
              <a:rPr lang="en-US" altLang="zh-CN" dirty="0"/>
              <a:t>programmability overhead</a:t>
            </a:r>
            <a:r>
              <a:rPr lang="zh-CN" altLang="en-US" dirty="0"/>
              <a:t>是为了支持</a:t>
            </a:r>
            <a:r>
              <a:rPr lang="en-US" altLang="zh-CN" dirty="0"/>
              <a:t>pipeline</a:t>
            </a:r>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25</a:t>
            </a:fld>
            <a:endParaRPr kumimoji="1" lang="zh-CN" altLang="en-US"/>
          </a:p>
        </p:txBody>
      </p:sp>
    </p:spTree>
    <p:extLst>
      <p:ext uri="{BB962C8B-B14F-4D97-AF65-F5344CB8AC3E}">
        <p14:creationId xmlns:p14="http://schemas.microsoft.com/office/powerpoint/2010/main" val="27276586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基本上讲，在</a:t>
            </a:r>
            <a:r>
              <a:rPr lang="en-US" altLang="zh-CN" dirty="0"/>
              <a:t>ILP</a:t>
            </a:r>
            <a:r>
              <a:rPr lang="zh-CN" altLang="en-US" dirty="0"/>
              <a:t>之后，我们就需要越来越多的软硬件接口和协同设计了。</a:t>
            </a:r>
            <a:endParaRPr lang="en-US" altLang="zh-CN" dirty="0"/>
          </a:p>
          <a:p>
            <a:r>
              <a:rPr lang="en-US" altLang="zh-CN" dirty="0"/>
              <a:t>TLP</a:t>
            </a:r>
            <a:r>
              <a:rPr lang="zh-CN" altLang="en-US" dirty="0"/>
              <a:t>之间的同步</a:t>
            </a:r>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26</a:t>
            </a:fld>
            <a:endParaRPr kumimoji="1" lang="zh-CN" altLang="en-US"/>
          </a:p>
        </p:txBody>
      </p:sp>
    </p:spTree>
    <p:extLst>
      <p:ext uri="{BB962C8B-B14F-4D97-AF65-F5344CB8AC3E}">
        <p14:creationId xmlns:p14="http://schemas.microsoft.com/office/powerpoint/2010/main" val="9381566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Bifurcation</a:t>
            </a:r>
            <a:r>
              <a:rPr lang="zh-CN" altLang="en-US" dirty="0"/>
              <a:t>：分歧</a:t>
            </a:r>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27</a:t>
            </a:fld>
            <a:endParaRPr kumimoji="1" lang="zh-CN" altLang="en-US"/>
          </a:p>
        </p:txBody>
      </p:sp>
    </p:spTree>
    <p:extLst>
      <p:ext uri="{BB962C8B-B14F-4D97-AF65-F5344CB8AC3E}">
        <p14:creationId xmlns:p14="http://schemas.microsoft.com/office/powerpoint/2010/main" val="1744520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28</a:t>
            </a:fld>
            <a:endParaRPr kumimoji="1" lang="zh-CN" altLang="en-US"/>
          </a:p>
        </p:txBody>
      </p:sp>
    </p:spTree>
    <p:extLst>
      <p:ext uri="{BB962C8B-B14F-4D97-AF65-F5344CB8AC3E}">
        <p14:creationId xmlns:p14="http://schemas.microsoft.com/office/powerpoint/2010/main" val="4237261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29</a:t>
            </a:fld>
            <a:endParaRPr kumimoji="1" lang="zh-CN" altLang="en-US"/>
          </a:p>
        </p:txBody>
      </p:sp>
    </p:spTree>
    <p:extLst>
      <p:ext uri="{BB962C8B-B14F-4D97-AF65-F5344CB8AC3E}">
        <p14:creationId xmlns:p14="http://schemas.microsoft.com/office/powerpoint/2010/main" val="12699340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30</a:t>
            </a:fld>
            <a:endParaRPr kumimoji="1" lang="zh-CN" altLang="en-US"/>
          </a:p>
        </p:txBody>
      </p:sp>
    </p:spTree>
    <p:extLst>
      <p:ext uri="{BB962C8B-B14F-4D97-AF65-F5344CB8AC3E}">
        <p14:creationId xmlns:p14="http://schemas.microsoft.com/office/powerpoint/2010/main" val="27127824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以</a:t>
            </a:r>
            <a:r>
              <a:rPr lang="en-US" altLang="zh-CN" dirty="0"/>
              <a:t>TPU</a:t>
            </a:r>
            <a:r>
              <a:rPr lang="zh-CN" altLang="en-US" dirty="0"/>
              <a:t>为例讲一下</a:t>
            </a:r>
            <a:r>
              <a:rPr lang="en-US" altLang="zh-CN" dirty="0"/>
              <a:t>2010</a:t>
            </a:r>
            <a:r>
              <a:rPr lang="zh-CN" altLang="en-US" dirty="0"/>
              <a:t>年之后的发展</a:t>
            </a:r>
            <a:endParaRPr lang="en-US" altLang="zh-CN" dirty="0"/>
          </a:p>
          <a:p>
            <a:endParaRPr lang="en-US" dirty="0"/>
          </a:p>
          <a:p>
            <a:r>
              <a:rPr lang="en-US" dirty="0"/>
              <a:t>Speculate: </a:t>
            </a:r>
            <a:r>
              <a:rPr lang="zh-CN" altLang="en-US" dirty="0"/>
              <a:t>预测性计算，分支预测、数据预测等等</a:t>
            </a:r>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31</a:t>
            </a:fld>
            <a:endParaRPr kumimoji="1" lang="zh-CN" altLang="en-US"/>
          </a:p>
        </p:txBody>
      </p:sp>
    </p:spTree>
    <p:extLst>
      <p:ext uri="{BB962C8B-B14F-4D97-AF65-F5344CB8AC3E}">
        <p14:creationId xmlns:p14="http://schemas.microsoft.com/office/powerpoint/2010/main" val="33556644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SoC</a:t>
            </a:r>
            <a:r>
              <a:rPr lang="zh-CN" altLang="en-US" dirty="0"/>
              <a:t>，经常有</a:t>
            </a:r>
            <a:r>
              <a:rPr lang="en-US" altLang="zh-CN" dirty="0"/>
              <a:t>CPU</a:t>
            </a:r>
            <a:r>
              <a:rPr lang="zh-CN" altLang="en-US" dirty="0"/>
              <a:t>、</a:t>
            </a:r>
            <a:r>
              <a:rPr lang="en-US" altLang="zh-CN" dirty="0"/>
              <a:t>GPU</a:t>
            </a:r>
            <a:r>
              <a:rPr lang="zh-CN" altLang="en-US" dirty="0"/>
              <a:t>、</a:t>
            </a:r>
            <a:r>
              <a:rPr lang="en-US" altLang="zh-CN" dirty="0"/>
              <a:t>NPU</a:t>
            </a:r>
            <a:r>
              <a:rPr lang="zh-CN" altLang="en-US" dirty="0"/>
              <a:t>的集成</a:t>
            </a:r>
            <a:endParaRPr lang="en-US" altLang="zh-CN" dirty="0"/>
          </a:p>
          <a:p>
            <a:r>
              <a:rPr lang="en-US" altLang="zh-CN" dirty="0"/>
              <a:t>Nvidia</a:t>
            </a:r>
            <a:r>
              <a:rPr lang="zh-CN" altLang="en-US" dirty="0"/>
              <a:t>为例 （</a:t>
            </a:r>
            <a:r>
              <a:rPr lang="en-US" altLang="zh-CN" dirty="0"/>
              <a:t>CUDA</a:t>
            </a:r>
            <a:r>
              <a:rPr lang="zh-CN" altLang="en-US" dirty="0"/>
              <a:t>、</a:t>
            </a:r>
            <a:r>
              <a:rPr lang="en-US" altLang="zh-CN" dirty="0" err="1"/>
              <a:t>TensorRT</a:t>
            </a:r>
            <a:r>
              <a:rPr lang="zh-CN" altLang="en-US" dirty="0"/>
              <a:t>等等）</a:t>
            </a:r>
            <a:endParaRPr lang="en-US" altLang="zh-CN" dirty="0"/>
          </a:p>
          <a:p>
            <a:r>
              <a:rPr lang="zh-CN" altLang="en-US" dirty="0"/>
              <a:t>纵向集成</a:t>
            </a:r>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33</a:t>
            </a:fld>
            <a:endParaRPr kumimoji="1" lang="zh-CN" altLang="en-US"/>
          </a:p>
        </p:txBody>
      </p:sp>
    </p:spTree>
    <p:extLst>
      <p:ext uri="{BB962C8B-B14F-4D97-AF65-F5344CB8AC3E}">
        <p14:creationId xmlns:p14="http://schemas.microsoft.com/office/powerpoint/2010/main" val="23410242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34</a:t>
            </a:fld>
            <a:endParaRPr kumimoji="1" lang="zh-CN" altLang="en-US"/>
          </a:p>
        </p:txBody>
      </p:sp>
    </p:spTree>
    <p:extLst>
      <p:ext uri="{BB962C8B-B14F-4D97-AF65-F5344CB8AC3E}">
        <p14:creationId xmlns:p14="http://schemas.microsoft.com/office/powerpoint/2010/main" val="1317232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35</a:t>
            </a:fld>
            <a:endParaRPr kumimoji="1" lang="zh-CN" altLang="en-US"/>
          </a:p>
        </p:txBody>
      </p:sp>
    </p:spTree>
    <p:extLst>
      <p:ext uri="{BB962C8B-B14F-4D97-AF65-F5344CB8AC3E}">
        <p14:creationId xmlns:p14="http://schemas.microsoft.com/office/powerpoint/2010/main" val="138206997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36</a:t>
            </a:fld>
            <a:endParaRPr kumimoji="1" lang="zh-CN" altLang="en-US"/>
          </a:p>
        </p:txBody>
      </p:sp>
    </p:spTree>
    <p:extLst>
      <p:ext uri="{BB962C8B-B14F-4D97-AF65-F5344CB8AC3E}">
        <p14:creationId xmlns:p14="http://schemas.microsoft.com/office/powerpoint/2010/main" val="353759892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对焦什么的，还要智能算法</a:t>
            </a:r>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37</a:t>
            </a:fld>
            <a:endParaRPr kumimoji="1" lang="zh-CN" altLang="en-US"/>
          </a:p>
        </p:txBody>
      </p:sp>
    </p:spTree>
    <p:extLst>
      <p:ext uri="{BB962C8B-B14F-4D97-AF65-F5344CB8AC3E}">
        <p14:creationId xmlns:p14="http://schemas.microsoft.com/office/powerpoint/2010/main" val="16178892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38</a:t>
            </a:fld>
            <a:endParaRPr kumimoji="1" lang="zh-CN" altLang="en-US"/>
          </a:p>
        </p:txBody>
      </p:sp>
    </p:spTree>
    <p:extLst>
      <p:ext uri="{BB962C8B-B14F-4D97-AF65-F5344CB8AC3E}">
        <p14:creationId xmlns:p14="http://schemas.microsoft.com/office/powerpoint/2010/main" val="248157475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优化目标完全不一样。</a:t>
            </a:r>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39</a:t>
            </a:fld>
            <a:endParaRPr kumimoji="1" lang="zh-CN" altLang="en-US"/>
          </a:p>
        </p:txBody>
      </p:sp>
    </p:spTree>
    <p:extLst>
      <p:ext uri="{BB962C8B-B14F-4D97-AF65-F5344CB8AC3E}">
        <p14:creationId xmlns:p14="http://schemas.microsoft.com/office/powerpoint/2010/main" val="165032531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41</a:t>
            </a:fld>
            <a:endParaRPr kumimoji="1" lang="zh-CN" altLang="en-US"/>
          </a:p>
        </p:txBody>
      </p:sp>
    </p:spTree>
    <p:extLst>
      <p:ext uri="{BB962C8B-B14F-4D97-AF65-F5344CB8AC3E}">
        <p14:creationId xmlns:p14="http://schemas.microsoft.com/office/powerpoint/2010/main" val="27789122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如何切分任务，很关键</a:t>
            </a:r>
            <a:endParaRPr lang="en-US" altLang="zh-CN" dirty="0"/>
          </a:p>
          <a:p>
            <a:r>
              <a:rPr lang="en-US" altLang="zh-CN" dirty="0"/>
              <a:t>Abstraction ISA</a:t>
            </a:r>
            <a:r>
              <a:rPr lang="zh-CN" altLang="en-US" dirty="0"/>
              <a:t>，现在没有了</a:t>
            </a:r>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42</a:t>
            </a:fld>
            <a:endParaRPr kumimoji="1" lang="zh-CN" altLang="en-US"/>
          </a:p>
        </p:txBody>
      </p:sp>
    </p:spTree>
    <p:extLst>
      <p:ext uri="{BB962C8B-B14F-4D97-AF65-F5344CB8AC3E}">
        <p14:creationId xmlns:p14="http://schemas.microsoft.com/office/powerpoint/2010/main" val="418357364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很难有一个统一的已用的抽象</a:t>
            </a:r>
            <a:endParaRPr lang="en-US" altLang="zh-CN" dirty="0"/>
          </a:p>
          <a:p>
            <a:r>
              <a:rPr lang="zh-CN" altLang="en-US" dirty="0"/>
              <a:t>现在的问题是不同的</a:t>
            </a:r>
            <a:r>
              <a:rPr lang="en-US" altLang="zh-CN" dirty="0"/>
              <a:t>IP</a:t>
            </a:r>
            <a:r>
              <a:rPr lang="zh-CN" altLang="en-US" dirty="0"/>
              <a:t>之间都有自己的</a:t>
            </a:r>
            <a:r>
              <a:rPr lang="en-US" altLang="zh-CN" dirty="0"/>
              <a:t>libraries</a:t>
            </a:r>
            <a:r>
              <a:rPr lang="zh-CN" altLang="en-US" dirty="0"/>
              <a:t>，</a:t>
            </a:r>
            <a:r>
              <a:rPr lang="en-US" altLang="zh-CN" dirty="0"/>
              <a:t>ISA</a:t>
            </a:r>
            <a:r>
              <a:rPr lang="zh-CN" altLang="en-US" dirty="0"/>
              <a:t>，从上层绕道隔离</a:t>
            </a:r>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43</a:t>
            </a:fld>
            <a:endParaRPr kumimoji="1" lang="zh-CN" altLang="en-US"/>
          </a:p>
        </p:txBody>
      </p:sp>
    </p:spTree>
    <p:extLst>
      <p:ext uri="{BB962C8B-B14F-4D97-AF65-F5344CB8AC3E}">
        <p14:creationId xmlns:p14="http://schemas.microsoft.com/office/powerpoint/2010/main" val="294801705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很难有一个统一的已用的抽象</a:t>
            </a:r>
            <a:endParaRPr lang="en-US" altLang="zh-CN" dirty="0"/>
          </a:p>
          <a:p>
            <a:r>
              <a:rPr lang="zh-CN" altLang="en-US" dirty="0"/>
              <a:t>现在的问题是不同的</a:t>
            </a:r>
            <a:r>
              <a:rPr lang="en-US" altLang="zh-CN" dirty="0"/>
              <a:t>IP</a:t>
            </a:r>
            <a:r>
              <a:rPr lang="zh-CN" altLang="en-US" dirty="0"/>
              <a:t>之间都有自己的</a:t>
            </a:r>
            <a:r>
              <a:rPr lang="en-US" altLang="zh-CN" dirty="0"/>
              <a:t>libraries</a:t>
            </a:r>
            <a:r>
              <a:rPr lang="zh-CN" altLang="en-US" dirty="0"/>
              <a:t>，</a:t>
            </a:r>
            <a:r>
              <a:rPr lang="en-US" altLang="zh-CN" dirty="0"/>
              <a:t>ISA</a:t>
            </a:r>
            <a:r>
              <a:rPr lang="zh-CN" altLang="en-US" dirty="0"/>
              <a:t>，从上层绕道隔离</a:t>
            </a:r>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44</a:t>
            </a:fld>
            <a:endParaRPr kumimoji="1" lang="zh-CN" altLang="en-US"/>
          </a:p>
        </p:txBody>
      </p:sp>
    </p:spTree>
    <p:extLst>
      <p:ext uri="{BB962C8B-B14F-4D97-AF65-F5344CB8AC3E}">
        <p14:creationId xmlns:p14="http://schemas.microsoft.com/office/powerpoint/2010/main" val="360797767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45</a:t>
            </a:fld>
            <a:endParaRPr kumimoji="1" lang="zh-CN" altLang="en-US"/>
          </a:p>
        </p:txBody>
      </p:sp>
    </p:spTree>
    <p:extLst>
      <p:ext uri="{BB962C8B-B14F-4D97-AF65-F5344CB8AC3E}">
        <p14:creationId xmlns:p14="http://schemas.microsoft.com/office/powerpoint/2010/main" val="412440182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4" name="图片 3"/>
          <p:cNvPicPr>
            <a:picLocks/>
          </p:cNvPicPr>
          <p:nvPr userDrawn="1"/>
        </p:nvPicPr>
        <p:blipFill>
          <a:blip r:embed="rId2">
            <a:extLst>
              <a:ext uri="{28A0092B-C50C-407E-A947-70E740481C1C}">
                <a14:useLocalDpi xmlns:a14="http://schemas.microsoft.com/office/drawing/2010/main" val="0"/>
              </a:ext>
            </a:extLst>
          </a:blip>
          <a:stretch>
            <a:fillRect/>
          </a:stretch>
        </p:blipFill>
        <p:spPr>
          <a:xfrm>
            <a:off x="0" y="2636"/>
            <a:ext cx="9143085" cy="5142728"/>
          </a:xfrm>
          <a:prstGeom prst="rect">
            <a:avLst/>
          </a:prstGeom>
        </p:spPr>
      </p:pic>
      <p:sp>
        <p:nvSpPr>
          <p:cNvPr id="2" name="标题 1"/>
          <p:cNvSpPr>
            <a:spLocks noGrp="1"/>
          </p:cNvSpPr>
          <p:nvPr>
            <p:ph type="title"/>
          </p:nvPr>
        </p:nvSpPr>
        <p:spPr>
          <a:xfrm>
            <a:off x="400000" y="1923678"/>
            <a:ext cx="7772400" cy="663392"/>
          </a:xfrm>
        </p:spPr>
        <p:txBody>
          <a:bodyPr lIns="0" tIns="0" rIns="0" bIns="0" anchor="t">
            <a:noAutofit/>
          </a:bodyPr>
          <a:lstStyle>
            <a:lvl1pPr algn="l">
              <a:defRPr sz="4200" b="0" cap="all">
                <a:solidFill>
                  <a:schemeClr val="bg1"/>
                </a:solidFill>
                <a:latin typeface="方正兰亭圆简体_准" panose="02000000000000000000" charset="-122"/>
                <a:ea typeface="方正兰亭圆简体_准" panose="02000000000000000000" charset="-122"/>
                <a:cs typeface="FZLanTingHei-DB-GBK" panose="02000000000000000000" pitchFamily="2" charset="-122"/>
              </a:defRPr>
            </a:lvl1pPr>
          </a:lstStyle>
          <a:p>
            <a:r>
              <a:rPr kumimoji="1" lang="zh-CN" altLang="en-US" dirty="0"/>
              <a:t>单击此处编辑母版标题样式</a:t>
            </a:r>
          </a:p>
        </p:txBody>
      </p:sp>
      <p:sp>
        <p:nvSpPr>
          <p:cNvPr id="3" name="文本占位符 2"/>
          <p:cNvSpPr>
            <a:spLocks noGrp="1"/>
          </p:cNvSpPr>
          <p:nvPr>
            <p:ph type="body" idx="1"/>
          </p:nvPr>
        </p:nvSpPr>
        <p:spPr>
          <a:xfrm>
            <a:off x="400000" y="2715766"/>
            <a:ext cx="7772400" cy="648072"/>
          </a:xfrm>
        </p:spPr>
        <p:txBody>
          <a:bodyPr lIns="0" tIns="0" rIns="0" bIns="0" anchor="t" anchorCtr="0">
            <a:noAutofit/>
          </a:bodyPr>
          <a:lstStyle>
            <a:lvl1pPr marL="0" indent="0">
              <a:buNone/>
              <a:defRPr sz="2700" baseline="0">
                <a:solidFill>
                  <a:srgbClr val="1190FF"/>
                </a:solidFill>
                <a:latin typeface="方正兰亭圆简体_准" panose="02000000000000000000" charset="-122"/>
                <a:ea typeface="方正兰亭圆简体_准" panose="02000000000000000000" charset="-122"/>
                <a:cs typeface="FZLanTingHei-R-GBK" panose="02000000000000000000" pitchFamily="2" charset="-12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zh-CN" altLang="en-US" dirty="0"/>
              <a:t>单击此处编辑母版文本样式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4_节标题">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86"/>
            <a:ext cx="9151085" cy="5147227"/>
          </a:xfrm>
          <a:prstGeom prst="rect">
            <a:avLst/>
          </a:prstGeom>
        </p:spPr>
      </p:pic>
      <p:sp>
        <p:nvSpPr>
          <p:cNvPr id="2" name="标题 1"/>
          <p:cNvSpPr>
            <a:spLocks noGrp="1"/>
          </p:cNvSpPr>
          <p:nvPr>
            <p:ph type="title"/>
          </p:nvPr>
        </p:nvSpPr>
        <p:spPr>
          <a:xfrm>
            <a:off x="400000" y="1923678"/>
            <a:ext cx="7772400" cy="663392"/>
          </a:xfrm>
        </p:spPr>
        <p:txBody>
          <a:bodyPr lIns="0" tIns="0" rIns="0" bIns="0" anchor="t">
            <a:noAutofit/>
          </a:bodyPr>
          <a:lstStyle>
            <a:lvl1pPr algn="l">
              <a:defRPr sz="4200" b="0" cap="all">
                <a:solidFill>
                  <a:schemeClr val="bg1"/>
                </a:solidFill>
                <a:latin typeface="方正兰亭圆简体_准" panose="02000000000000000000" charset="-122"/>
                <a:ea typeface="方正兰亭圆简体_准" panose="02000000000000000000" charset="-122"/>
                <a:cs typeface="FZLanTingHei-DB-GBK" panose="02000000000000000000" pitchFamily="2" charset="-122"/>
              </a:defRPr>
            </a:lvl1pPr>
          </a:lstStyle>
          <a:p>
            <a:r>
              <a:rPr kumimoji="1" lang="zh-CN" altLang="en-US" dirty="0"/>
              <a:t>单击此处编辑母版标题样式</a:t>
            </a:r>
          </a:p>
        </p:txBody>
      </p:sp>
      <p:sp>
        <p:nvSpPr>
          <p:cNvPr id="3" name="文本占位符 2"/>
          <p:cNvSpPr>
            <a:spLocks noGrp="1"/>
          </p:cNvSpPr>
          <p:nvPr>
            <p:ph type="body" idx="1"/>
          </p:nvPr>
        </p:nvSpPr>
        <p:spPr>
          <a:xfrm>
            <a:off x="400000" y="2715766"/>
            <a:ext cx="7772400" cy="648072"/>
          </a:xfrm>
        </p:spPr>
        <p:txBody>
          <a:bodyPr lIns="0" tIns="0" rIns="0" bIns="0" anchor="t" anchorCtr="0">
            <a:noAutofit/>
          </a:bodyPr>
          <a:lstStyle>
            <a:lvl1pPr marL="0" indent="0">
              <a:buNone/>
              <a:defRPr sz="2700" baseline="0">
                <a:solidFill>
                  <a:srgbClr val="1190FF"/>
                </a:solidFill>
                <a:latin typeface="方正兰亭圆简体_准" panose="02000000000000000000" charset="-122"/>
                <a:ea typeface="方正兰亭圆简体_准" panose="02000000000000000000" charset="-122"/>
                <a:cs typeface="FZLanTingHei-R-GBK" panose="02000000000000000000" pitchFamily="2" charset="-12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zh-CN" altLang="en-US" dirty="0"/>
              <a:t>单击此处编辑母版文本样式</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节标题">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5815"/>
            <a:ext cx="9155988" cy="5147239"/>
          </a:xfrm>
          <a:prstGeom prst="rect">
            <a:avLst/>
          </a:prstGeom>
        </p:spPr>
      </p:pic>
      <p:sp>
        <p:nvSpPr>
          <p:cNvPr id="2" name="标题 1"/>
          <p:cNvSpPr>
            <a:spLocks noGrp="1"/>
          </p:cNvSpPr>
          <p:nvPr>
            <p:ph type="title"/>
          </p:nvPr>
        </p:nvSpPr>
        <p:spPr>
          <a:xfrm>
            <a:off x="971600" y="1779662"/>
            <a:ext cx="7772400" cy="881080"/>
          </a:xfrm>
        </p:spPr>
        <p:txBody>
          <a:bodyPr lIns="0" tIns="0" rIns="0" bIns="0" anchor="t">
            <a:normAutofit/>
          </a:bodyPr>
          <a:lstStyle>
            <a:lvl1pPr algn="r">
              <a:defRPr sz="3400" b="0" cap="all">
                <a:solidFill>
                  <a:schemeClr val="bg1"/>
                </a:solidFill>
                <a:latin typeface="方正兰亭圆简体_准" panose="02000000000000000000" charset="-122"/>
                <a:ea typeface="方正兰亭圆简体_准" panose="02000000000000000000" charset="-122"/>
                <a:cs typeface="FZLanTingHei-DB-GBK" panose="02000000000000000000" pitchFamily="2" charset="-122"/>
              </a:defRPr>
            </a:lvl1pPr>
          </a:lstStyle>
          <a:p>
            <a:r>
              <a:rPr kumimoji="1" lang="zh-CN" altLang="en-US" dirty="0"/>
              <a:t>单击此处编辑母版标题样式</a:t>
            </a:r>
          </a:p>
        </p:txBody>
      </p:sp>
      <p:sp>
        <p:nvSpPr>
          <p:cNvPr id="3" name="文本占位符 2"/>
          <p:cNvSpPr>
            <a:spLocks noGrp="1"/>
          </p:cNvSpPr>
          <p:nvPr>
            <p:ph type="body" idx="1"/>
          </p:nvPr>
        </p:nvSpPr>
        <p:spPr>
          <a:xfrm>
            <a:off x="188757" y="2396059"/>
            <a:ext cx="3447139" cy="391715"/>
          </a:xfrm>
        </p:spPr>
        <p:txBody>
          <a:bodyPr lIns="0" tIns="0" rIns="0" bIns="0" anchor="t" anchorCtr="0">
            <a:normAutofit/>
          </a:bodyPr>
          <a:lstStyle>
            <a:lvl1pPr marL="0" indent="0">
              <a:buNone/>
              <a:defRPr sz="2000" b="1" baseline="0">
                <a:solidFill>
                  <a:srgbClr val="1190FF"/>
                </a:solidFill>
                <a:latin typeface="方正兰亭圆简体_准" panose="02000000000000000000" charset="-122"/>
                <a:ea typeface="方正兰亭圆简体_准" panose="02000000000000000000" charset="-122"/>
                <a:cs typeface="FZLanTingHei-R-GBK" panose="02000000000000000000" pitchFamily="2" charset="-12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zh-CN" altLang="en-US" dirty="0"/>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5_节标题">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5814"/>
            <a:ext cx="9155987" cy="5147238"/>
          </a:xfrm>
          <a:prstGeom prst="rect">
            <a:avLst/>
          </a:prstGeom>
        </p:spPr>
      </p:pic>
      <p:sp>
        <p:nvSpPr>
          <p:cNvPr id="2" name="标题 1"/>
          <p:cNvSpPr>
            <a:spLocks noGrp="1"/>
          </p:cNvSpPr>
          <p:nvPr>
            <p:ph type="title"/>
          </p:nvPr>
        </p:nvSpPr>
        <p:spPr>
          <a:xfrm>
            <a:off x="971600" y="1779662"/>
            <a:ext cx="7772400" cy="881080"/>
          </a:xfrm>
        </p:spPr>
        <p:txBody>
          <a:bodyPr lIns="0" tIns="0" rIns="0" bIns="0" anchor="t">
            <a:normAutofit/>
          </a:bodyPr>
          <a:lstStyle>
            <a:lvl1pPr algn="r">
              <a:defRPr sz="3400" b="0" cap="all">
                <a:solidFill>
                  <a:schemeClr val="bg1"/>
                </a:solidFill>
                <a:latin typeface="方正兰亭圆简体_准" panose="02000000000000000000" charset="-122"/>
                <a:ea typeface="方正兰亭圆简体_准" panose="02000000000000000000" charset="-122"/>
                <a:cs typeface="FZLanTingHei-DB-GBK" panose="02000000000000000000" pitchFamily="2" charset="-122"/>
              </a:defRPr>
            </a:lvl1pPr>
          </a:lstStyle>
          <a:p>
            <a:r>
              <a:rPr kumimoji="1" lang="zh-CN" altLang="en-US" dirty="0"/>
              <a:t>单击此处编辑母版标题样式</a:t>
            </a:r>
          </a:p>
        </p:txBody>
      </p:sp>
      <p:sp>
        <p:nvSpPr>
          <p:cNvPr id="3" name="文本占位符 2"/>
          <p:cNvSpPr>
            <a:spLocks noGrp="1"/>
          </p:cNvSpPr>
          <p:nvPr>
            <p:ph type="body" idx="1"/>
          </p:nvPr>
        </p:nvSpPr>
        <p:spPr>
          <a:xfrm>
            <a:off x="188757" y="2396059"/>
            <a:ext cx="3447139" cy="391715"/>
          </a:xfrm>
        </p:spPr>
        <p:txBody>
          <a:bodyPr lIns="0" tIns="0" rIns="0" bIns="0" anchor="t" anchorCtr="0">
            <a:normAutofit/>
          </a:bodyPr>
          <a:lstStyle>
            <a:lvl1pPr marL="0" indent="0">
              <a:buNone/>
              <a:defRPr sz="2000" b="1" baseline="0">
                <a:solidFill>
                  <a:srgbClr val="1190FF"/>
                </a:solidFill>
                <a:latin typeface="方正兰亭圆简体_准" panose="02000000000000000000" charset="-122"/>
                <a:ea typeface="方正兰亭圆简体_准" panose="02000000000000000000" charset="-122"/>
                <a:cs typeface="FZLanTingHei-R-GBK" panose="02000000000000000000" pitchFamily="2" charset="-12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zh-CN" altLang="en-US" dirty="0"/>
              <a:t>单击此处编辑母版文本样式</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pic>
        <p:nvPicPr>
          <p:cNvPr id="15" name="图片 14"/>
          <p:cNvPicPr>
            <a:picLocks/>
          </p:cNvPicPr>
          <p:nvPr userDrawn="1"/>
        </p:nvPicPr>
        <p:blipFill>
          <a:blip r:embed="rId2">
            <a:extLst>
              <a:ext uri="{28A0092B-C50C-407E-A947-70E740481C1C}">
                <a14:useLocalDpi xmlns:a14="http://schemas.microsoft.com/office/drawing/2010/main" val="0"/>
              </a:ext>
            </a:extLst>
          </a:blip>
          <a:stretch>
            <a:fillRect/>
          </a:stretch>
        </p:blipFill>
        <p:spPr>
          <a:xfrm>
            <a:off x="0" y="1459"/>
            <a:ext cx="9144000" cy="5148000"/>
          </a:xfrm>
          <a:prstGeom prst="rect">
            <a:avLst/>
          </a:prstGeom>
        </p:spPr>
      </p:pic>
      <p:sp>
        <p:nvSpPr>
          <p:cNvPr id="2" name="标题 1"/>
          <p:cNvSpPr>
            <a:spLocks noGrp="1"/>
          </p:cNvSpPr>
          <p:nvPr>
            <p:ph type="title"/>
          </p:nvPr>
        </p:nvSpPr>
        <p:spPr>
          <a:xfrm>
            <a:off x="467544" y="339502"/>
            <a:ext cx="4498480" cy="569326"/>
          </a:xfrm>
        </p:spPr>
        <p:txBody>
          <a:bodyPr lIns="0" tIns="0" rIns="0" bIns="0" anchor="t" anchorCtr="0">
            <a:normAutofit/>
          </a:bodyPr>
          <a:lstStyle>
            <a:lvl1pPr algn="l">
              <a:defRPr sz="2600">
                <a:solidFill>
                  <a:srgbClr val="0000A8"/>
                </a:solidFill>
                <a:latin typeface="方正兰亭圆简体_准" panose="02000000000000000000" charset="-122"/>
                <a:ea typeface="方正兰亭圆简体_准" panose="02000000000000000000" charset="-122"/>
                <a:cs typeface="FZLanTingHei-R-GBK" panose="02000000000000000000" pitchFamily="2" charset="-122"/>
              </a:defRPr>
            </a:lvl1pPr>
          </a:lstStyle>
          <a:p>
            <a:r>
              <a:rPr kumimoji="1" lang="zh-CN" altLang="en-US" dirty="0"/>
              <a:t>单击此处编辑母版标题样式</a:t>
            </a:r>
          </a:p>
        </p:txBody>
      </p:sp>
      <p:sp>
        <p:nvSpPr>
          <p:cNvPr id="4" name="文本占位符 3"/>
          <p:cNvSpPr>
            <a:spLocks noGrp="1"/>
          </p:cNvSpPr>
          <p:nvPr>
            <p:ph type="body" sz="quarter" idx="10"/>
          </p:nvPr>
        </p:nvSpPr>
        <p:spPr>
          <a:xfrm>
            <a:off x="251520" y="1131590"/>
            <a:ext cx="8568952" cy="3672408"/>
          </a:xfrm>
        </p:spPr>
        <p:txBody>
          <a:bodyPr lIns="0" tIns="0" rIns="0" bIns="0">
            <a:normAutofit/>
          </a:bodyPr>
          <a:lstStyle>
            <a:lvl1pPr>
              <a:lnSpc>
                <a:spcPct val="120000"/>
              </a:lnSpc>
              <a:defRPr sz="1200">
                <a:latin typeface="方正兰亭圆简体_准" panose="02000000000000000000" charset="-122"/>
                <a:ea typeface="方正兰亭圆简体_准" panose="02000000000000000000" charset="-122"/>
              </a:defRPr>
            </a:lvl1pPr>
          </a:lstStyle>
          <a:p>
            <a:pPr lvl="0"/>
            <a:r>
              <a:rPr kumimoji="1" lang="zh-CN" altLang="x-none" dirty="0"/>
              <a:t>单击此处编辑母版文本样式</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370"/>
            <a:ext cx="9155968" cy="514800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372"/>
            <a:ext cx="9155969" cy="514800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80000" y="180000"/>
            <a:ext cx="2832186" cy="2285458"/>
          </a:xfrm>
        </p:spPr>
        <p:txBody>
          <a:bodyPr lIns="0" tIns="0" rIns="0" bIns="0" anchor="t" anchorCtr="0">
            <a:noAutofit/>
          </a:bodyPr>
          <a:lstStyle>
            <a:lvl1pPr algn="l">
              <a:defRPr sz="2000" b="0" i="0" baseline="0">
                <a:latin typeface="FZLanTingHei-R-GBK" panose="02000000000000000000" pitchFamily="2" charset="-122"/>
                <a:ea typeface="FZLanTingHei-R-GBK" panose="02000000000000000000" pitchFamily="2" charset="-122"/>
                <a:cs typeface="FZLanTingHei-R-GBK" panose="02000000000000000000" pitchFamily="2" charset="-122"/>
              </a:defRPr>
            </a:lvl1pPr>
          </a:lstStyle>
          <a:p>
            <a:r>
              <a:rPr kumimoji="1" lang="zh-CN" altLang="en-US" dirty="0"/>
              <a:t>单击此处编辑母版标题样式</a:t>
            </a:r>
          </a:p>
        </p:txBody>
      </p:sp>
      <p:sp>
        <p:nvSpPr>
          <p:cNvPr id="3" name="图片占位符 2"/>
          <p:cNvSpPr>
            <a:spLocks noGrp="1"/>
          </p:cNvSpPr>
          <p:nvPr>
            <p:ph type="pic" idx="1"/>
          </p:nvPr>
        </p:nvSpPr>
        <p:spPr>
          <a:xfrm>
            <a:off x="3194581" y="180000"/>
            <a:ext cx="5773913" cy="4157399"/>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dirty="0"/>
          </a:p>
        </p:txBody>
      </p:sp>
      <p:sp>
        <p:nvSpPr>
          <p:cNvPr id="10" name="幻灯片编号占位符 4"/>
          <p:cNvSpPr txBox="1"/>
          <p:nvPr userDrawn="1"/>
        </p:nvSpPr>
        <p:spPr>
          <a:xfrm>
            <a:off x="171924" y="4746178"/>
            <a:ext cx="2133600" cy="273844"/>
          </a:xfrm>
          <a:prstGeom prst="rect">
            <a:avLst/>
          </a:prstGeom>
        </p:spPr>
        <p:txBody>
          <a:bodyPr vert="horz" lIns="0" tIns="0" rIns="0" bIns="0" rtlCol="0" anchor="ctr"/>
          <a:lstStyle>
            <a:defPPr>
              <a:defRPr lang="zh-CN"/>
            </a:defPPr>
            <a:lvl1pPr marL="0" algn="l" defTabSz="457200" rtl="0" eaLnBrk="1" latinLnBrk="0" hangingPunct="1">
              <a:defRPr sz="1000" kern="1200" baseline="0">
                <a:solidFill>
                  <a:schemeClr val="bg1"/>
                </a:solidFill>
                <a:latin typeface="Arial" panose="020B0604020202020204"/>
                <a:ea typeface="方正兰亭黑Pro_GB18030 SemiBold"/>
                <a:cs typeface="Arial" panose="020B060402020202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kumimoji="1" lang="en-US" altLang="zh-CN" sz="800" b="0" dirty="0">
                <a:solidFill>
                  <a:schemeClr val="tx1"/>
                </a:solidFill>
                <a:latin typeface="FZLanTingHei-R-GBK" panose="02000000000000000000" pitchFamily="2" charset="-122"/>
                <a:ea typeface="FZLanTingHei-R-GBK" panose="02000000000000000000" pitchFamily="2" charset="-122"/>
              </a:rPr>
              <a:t>Page.</a:t>
            </a:r>
            <a:fld id="{E4284A8E-C955-1241-9771-F374C2C0C855}" type="slidenum">
              <a:rPr kumimoji="1" lang="zh-CN" altLang="en-US" sz="800" b="0" dirty="0" smtClean="0">
                <a:solidFill>
                  <a:schemeClr val="tx1"/>
                </a:solidFill>
                <a:latin typeface="FZLanTingHei-R-GBK" panose="02000000000000000000" pitchFamily="2" charset="-122"/>
                <a:ea typeface="FZLanTingHei-R-GBK" panose="02000000000000000000" pitchFamily="2" charset="-122"/>
              </a:rPr>
              <a:t>‹#›</a:t>
            </a:fld>
            <a:endParaRPr kumimoji="1" lang="zh-CN" altLang="en-US" sz="800" dirty="0">
              <a:solidFill>
                <a:schemeClr val="tx1"/>
              </a:solidFill>
              <a:latin typeface="FZLanTingHei-R-GBK" panose="02000000000000000000" pitchFamily="2" charset="-122"/>
              <a:ea typeface="FZLanTingHei-R-GBK" panose="02000000000000000000" pitchFamily="2"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80000" y="180000"/>
            <a:ext cx="2832186" cy="2285458"/>
          </a:xfrm>
        </p:spPr>
        <p:txBody>
          <a:bodyPr lIns="0" tIns="0" rIns="0" bIns="0" anchor="t" anchorCtr="0">
            <a:noAutofit/>
          </a:bodyPr>
          <a:lstStyle>
            <a:lvl1pPr algn="l">
              <a:defRPr sz="2000" b="0" i="0" baseline="0">
                <a:latin typeface="FZLanTingHei-R-GBK" panose="02000000000000000000" pitchFamily="2" charset="-122"/>
                <a:ea typeface="FZLanTingHei-R-GBK" panose="02000000000000000000" pitchFamily="2" charset="-122"/>
                <a:cs typeface="FZLanTingHei-R-GBK" panose="02000000000000000000" pitchFamily="2" charset="-122"/>
              </a:defRPr>
            </a:lvl1pPr>
          </a:lstStyle>
          <a:p>
            <a:r>
              <a:rPr kumimoji="1" lang="zh-CN" altLang="en-US" dirty="0"/>
              <a:t>单击此处编辑母版标题样式</a:t>
            </a:r>
          </a:p>
        </p:txBody>
      </p:sp>
      <p:sp>
        <p:nvSpPr>
          <p:cNvPr id="3" name="图片占位符 2"/>
          <p:cNvSpPr>
            <a:spLocks noGrp="1"/>
          </p:cNvSpPr>
          <p:nvPr>
            <p:ph type="pic" idx="1"/>
          </p:nvPr>
        </p:nvSpPr>
        <p:spPr>
          <a:xfrm>
            <a:off x="3194581" y="180000"/>
            <a:ext cx="5773913" cy="198797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dirty="0"/>
          </a:p>
        </p:txBody>
      </p:sp>
      <p:sp>
        <p:nvSpPr>
          <p:cNvPr id="14" name="图片占位符 2"/>
          <p:cNvSpPr>
            <a:spLocks noGrp="1"/>
          </p:cNvSpPr>
          <p:nvPr>
            <p:ph type="pic" idx="13"/>
          </p:nvPr>
        </p:nvSpPr>
        <p:spPr>
          <a:xfrm>
            <a:off x="6172960" y="2327197"/>
            <a:ext cx="2795534" cy="2003756"/>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dirty="0"/>
          </a:p>
        </p:txBody>
      </p:sp>
      <p:sp>
        <p:nvSpPr>
          <p:cNvPr id="15" name="图片占位符 2"/>
          <p:cNvSpPr>
            <a:spLocks noGrp="1"/>
          </p:cNvSpPr>
          <p:nvPr>
            <p:ph type="pic" idx="14"/>
          </p:nvPr>
        </p:nvSpPr>
        <p:spPr>
          <a:xfrm>
            <a:off x="3194581" y="2327197"/>
            <a:ext cx="2795534" cy="2003756"/>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dirty="0"/>
          </a:p>
        </p:txBody>
      </p:sp>
      <p:sp>
        <p:nvSpPr>
          <p:cNvPr id="16" name="幻灯片编号占位符 4"/>
          <p:cNvSpPr txBox="1"/>
          <p:nvPr userDrawn="1"/>
        </p:nvSpPr>
        <p:spPr>
          <a:xfrm>
            <a:off x="171924" y="4746178"/>
            <a:ext cx="2133600" cy="273844"/>
          </a:xfrm>
          <a:prstGeom prst="rect">
            <a:avLst/>
          </a:prstGeom>
        </p:spPr>
        <p:txBody>
          <a:bodyPr vert="horz" lIns="0" tIns="0" rIns="0" bIns="0" rtlCol="0" anchor="ctr"/>
          <a:lstStyle>
            <a:defPPr>
              <a:defRPr lang="zh-CN"/>
            </a:defPPr>
            <a:lvl1pPr marL="0" algn="l" defTabSz="457200" rtl="0" eaLnBrk="1" latinLnBrk="0" hangingPunct="1">
              <a:defRPr sz="1000" kern="1200" baseline="0">
                <a:solidFill>
                  <a:schemeClr val="bg1"/>
                </a:solidFill>
                <a:latin typeface="Arial" panose="020B0604020202020204"/>
                <a:ea typeface="方正兰亭黑Pro_GB18030 SemiBold"/>
                <a:cs typeface="Arial" panose="020B060402020202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kumimoji="1" lang="en-US" altLang="zh-CN" sz="800" b="0" dirty="0">
                <a:solidFill>
                  <a:schemeClr val="tx1"/>
                </a:solidFill>
                <a:latin typeface="FZLanTingHei-R-GBK" panose="02000000000000000000" pitchFamily="2" charset="-122"/>
                <a:ea typeface="FZLanTingHei-R-GBK" panose="02000000000000000000" pitchFamily="2" charset="-122"/>
              </a:rPr>
              <a:t>Page.</a:t>
            </a:r>
            <a:fld id="{E4284A8E-C955-1241-9771-F374C2C0C855}" type="slidenum">
              <a:rPr kumimoji="1" lang="zh-CN" altLang="en-US" sz="800" b="0" dirty="0" smtClean="0">
                <a:solidFill>
                  <a:schemeClr val="tx1"/>
                </a:solidFill>
                <a:latin typeface="FZLanTingHei-R-GBK" panose="02000000000000000000" pitchFamily="2" charset="-122"/>
                <a:ea typeface="FZLanTingHei-R-GBK" panose="02000000000000000000" pitchFamily="2" charset="-122"/>
              </a:rPr>
              <a:t>‹#›</a:t>
            </a:fld>
            <a:endParaRPr kumimoji="1" lang="zh-CN" altLang="en-US" sz="800" dirty="0">
              <a:solidFill>
                <a:schemeClr val="tx1"/>
              </a:solidFill>
              <a:latin typeface="FZLanTingHei-R-GBK" panose="02000000000000000000" pitchFamily="2" charset="-122"/>
              <a:ea typeface="FZLanTingHei-R-GBK" panose="02000000000000000000" pitchFamily="2"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80000" y="180000"/>
            <a:ext cx="2820737" cy="4106346"/>
          </a:xfrm>
        </p:spPr>
        <p:txBody>
          <a:bodyPr lIns="0" tIns="0" rIns="0" bIns="0" anchor="t" anchorCtr="0">
            <a:noAutofit/>
          </a:bodyPr>
          <a:lstStyle>
            <a:lvl1pPr algn="l">
              <a:defRPr sz="2000" b="0" i="0" baseline="0">
                <a:latin typeface="FZLanTingHei-R-GBK" panose="02000000000000000000" pitchFamily="2" charset="-122"/>
                <a:ea typeface="FZLanTingHei-R-GBK" panose="02000000000000000000" pitchFamily="2" charset="-122"/>
                <a:cs typeface="FZLanTingHei-R-GBK" panose="02000000000000000000" pitchFamily="2" charset="-122"/>
              </a:defRPr>
            </a:lvl1pPr>
          </a:lstStyle>
          <a:p>
            <a:r>
              <a:rPr kumimoji="1" lang="zh-CN" altLang="en-US" dirty="0"/>
              <a:t>单击此处编辑母版标题样式</a:t>
            </a:r>
          </a:p>
        </p:txBody>
      </p:sp>
      <p:sp>
        <p:nvSpPr>
          <p:cNvPr id="4" name="文本占位符 3"/>
          <p:cNvSpPr>
            <a:spLocks noGrp="1"/>
          </p:cNvSpPr>
          <p:nvPr>
            <p:ph type="body" sz="quarter" idx="13"/>
          </p:nvPr>
        </p:nvSpPr>
        <p:spPr>
          <a:xfrm>
            <a:off x="3175000" y="180000"/>
            <a:ext cx="2793427" cy="4106862"/>
          </a:xfrm>
        </p:spPr>
        <p:txBody>
          <a:bodyPr lIns="0" tIns="0" rIns="0" bIns="0"/>
          <a:lstStyle>
            <a:lvl1pPr>
              <a:defRPr sz="2000">
                <a:latin typeface="FZLanTingHei-R-GBK" panose="02000000000000000000" pitchFamily="2" charset="-122"/>
                <a:ea typeface="FZLanTingHei-R-GBK" panose="02000000000000000000" pitchFamily="2" charset="-122"/>
              </a:defRPr>
            </a:lvl1pPr>
          </a:lstStyle>
          <a:p>
            <a:pPr lvl="0"/>
            <a:r>
              <a:rPr kumimoji="1" lang="zh-CN" altLang="en-US" dirty="0"/>
              <a:t>单击此处编辑母版文本样式</a:t>
            </a:r>
          </a:p>
        </p:txBody>
      </p:sp>
      <p:sp>
        <p:nvSpPr>
          <p:cNvPr id="6" name="文本占位符 5"/>
          <p:cNvSpPr>
            <a:spLocks noGrp="1"/>
          </p:cNvSpPr>
          <p:nvPr>
            <p:ph type="body" sz="quarter" idx="14"/>
          </p:nvPr>
        </p:nvSpPr>
        <p:spPr>
          <a:xfrm>
            <a:off x="6172960" y="180000"/>
            <a:ext cx="2793240" cy="4106863"/>
          </a:xfrm>
        </p:spPr>
        <p:txBody>
          <a:bodyPr lIns="0" tIns="0" rIns="0" bIns="0"/>
          <a:lstStyle>
            <a:lvl1pPr>
              <a:defRPr sz="2000"/>
            </a:lvl1pPr>
          </a:lstStyle>
          <a:p>
            <a:pPr lvl="0"/>
            <a:r>
              <a:rPr kumimoji="1" lang="zh-CN" altLang="en-US" dirty="0"/>
              <a:t>单击此处编辑母版文本样式</a:t>
            </a:r>
          </a:p>
        </p:txBody>
      </p:sp>
      <p:sp>
        <p:nvSpPr>
          <p:cNvPr id="10" name="幻灯片编号占位符 4"/>
          <p:cNvSpPr txBox="1"/>
          <p:nvPr userDrawn="1"/>
        </p:nvSpPr>
        <p:spPr>
          <a:xfrm>
            <a:off x="171924" y="4746178"/>
            <a:ext cx="2133600" cy="273844"/>
          </a:xfrm>
          <a:prstGeom prst="rect">
            <a:avLst/>
          </a:prstGeom>
        </p:spPr>
        <p:txBody>
          <a:bodyPr vert="horz" lIns="0" tIns="0" rIns="0" bIns="0" rtlCol="0" anchor="ctr"/>
          <a:lstStyle>
            <a:defPPr>
              <a:defRPr lang="zh-CN"/>
            </a:defPPr>
            <a:lvl1pPr marL="0" algn="l" defTabSz="457200" rtl="0" eaLnBrk="1" latinLnBrk="0" hangingPunct="1">
              <a:defRPr sz="1000" kern="1200" baseline="0">
                <a:solidFill>
                  <a:schemeClr val="bg1"/>
                </a:solidFill>
                <a:latin typeface="Arial" panose="020B0604020202020204"/>
                <a:ea typeface="方正兰亭黑Pro_GB18030 SemiBold"/>
                <a:cs typeface="Arial" panose="020B060402020202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kumimoji="1" lang="en-US" altLang="zh-CN" sz="800" b="0" dirty="0">
                <a:solidFill>
                  <a:schemeClr val="tx1"/>
                </a:solidFill>
                <a:latin typeface="FZLanTingHei-R-GBK" panose="02000000000000000000" pitchFamily="2" charset="-122"/>
                <a:ea typeface="FZLanTingHei-R-GBK" panose="02000000000000000000" pitchFamily="2" charset="-122"/>
              </a:rPr>
              <a:t>Page.</a:t>
            </a:r>
            <a:fld id="{E4284A8E-C955-1241-9771-F374C2C0C855}" type="slidenum">
              <a:rPr kumimoji="1" lang="zh-CN" altLang="en-US" sz="800" b="0" dirty="0" smtClean="0">
                <a:solidFill>
                  <a:schemeClr val="tx1"/>
                </a:solidFill>
                <a:latin typeface="FZLanTingHei-R-GBK" panose="02000000000000000000" pitchFamily="2" charset="-122"/>
                <a:ea typeface="FZLanTingHei-R-GBK" panose="02000000000000000000" pitchFamily="2" charset="-122"/>
              </a:rPr>
              <a:t>‹#›</a:t>
            </a:fld>
            <a:endParaRPr kumimoji="1" lang="zh-CN" altLang="en-US" sz="800" dirty="0">
              <a:solidFill>
                <a:schemeClr val="tx1"/>
              </a:solidFill>
              <a:latin typeface="FZLanTingHei-R-GBK" panose="02000000000000000000" pitchFamily="2" charset="-122"/>
              <a:ea typeface="FZLanTingHei-R-GBK" panose="02000000000000000000" pitchFamily="2"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81125" y="299345"/>
            <a:ext cx="2409675" cy="1190788"/>
          </a:xfrm>
        </p:spPr>
        <p:txBody>
          <a:bodyPr lIns="0" tIns="0" rIns="0" bIns="0" anchor="t" anchorCtr="0">
            <a:normAutofit/>
          </a:bodyPr>
          <a:lstStyle>
            <a:lvl1pPr marL="0" indent="0">
              <a:buNone/>
              <a:defRPr sz="2000" b="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dirty="0"/>
              <a:t>单击此处编辑母版文本样式</a:t>
            </a:r>
          </a:p>
        </p:txBody>
      </p:sp>
      <p:sp>
        <p:nvSpPr>
          <p:cNvPr id="11" name="文本占位符 2"/>
          <p:cNvSpPr>
            <a:spLocks noGrp="1"/>
          </p:cNvSpPr>
          <p:nvPr>
            <p:ph type="body" idx="13"/>
          </p:nvPr>
        </p:nvSpPr>
        <p:spPr>
          <a:xfrm>
            <a:off x="3124200" y="299345"/>
            <a:ext cx="5096933" cy="1952788"/>
          </a:xfrm>
        </p:spPr>
        <p:txBody>
          <a:bodyPr lIns="0" tIns="0" rIns="0" bIns="0" anchor="t" anchorCtr="0">
            <a:normAutofit/>
          </a:bodyPr>
          <a:lstStyle>
            <a:lvl1pPr marL="0" indent="0">
              <a:buNone/>
              <a:defRPr sz="2000" b="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dirty="0"/>
              <a:t>单击此处编辑母版文本样式</a:t>
            </a:r>
          </a:p>
        </p:txBody>
      </p:sp>
      <p:sp>
        <p:nvSpPr>
          <p:cNvPr id="12" name="文本占位符 2"/>
          <p:cNvSpPr>
            <a:spLocks noGrp="1"/>
          </p:cNvSpPr>
          <p:nvPr>
            <p:ph type="body" idx="14"/>
          </p:nvPr>
        </p:nvSpPr>
        <p:spPr>
          <a:xfrm>
            <a:off x="181125" y="2890145"/>
            <a:ext cx="2409675" cy="1190788"/>
          </a:xfrm>
        </p:spPr>
        <p:txBody>
          <a:bodyPr lIns="0" tIns="0" rIns="0" bIns="0" anchor="t" anchorCtr="0">
            <a:normAutofit/>
          </a:bodyPr>
          <a:lstStyle>
            <a:lvl1pPr marL="0" indent="0">
              <a:buNone/>
              <a:defRPr sz="2000" b="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dirty="0"/>
              <a:t>单击此处编辑母版文本样式</a:t>
            </a:r>
          </a:p>
        </p:txBody>
      </p:sp>
      <p:sp>
        <p:nvSpPr>
          <p:cNvPr id="13" name="文本占位符 2"/>
          <p:cNvSpPr>
            <a:spLocks noGrp="1"/>
          </p:cNvSpPr>
          <p:nvPr>
            <p:ph type="body" idx="15"/>
          </p:nvPr>
        </p:nvSpPr>
        <p:spPr>
          <a:xfrm>
            <a:off x="3124200" y="2884690"/>
            <a:ext cx="5096933" cy="1196243"/>
          </a:xfrm>
        </p:spPr>
        <p:txBody>
          <a:bodyPr lIns="0" tIns="0" rIns="0" bIns="0" anchor="t" anchorCtr="0">
            <a:normAutofit/>
          </a:bodyPr>
          <a:lstStyle>
            <a:lvl1pPr marL="0" indent="0">
              <a:buNone/>
              <a:defRPr sz="2000" b="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dirty="0"/>
              <a:t>单击此处编辑母版文本样式</a:t>
            </a:r>
          </a:p>
        </p:txBody>
      </p:sp>
      <p:sp>
        <p:nvSpPr>
          <p:cNvPr id="19" name="幻灯片编号占位符 4"/>
          <p:cNvSpPr txBox="1"/>
          <p:nvPr userDrawn="1"/>
        </p:nvSpPr>
        <p:spPr>
          <a:xfrm>
            <a:off x="171924" y="4746178"/>
            <a:ext cx="2133600" cy="273844"/>
          </a:xfrm>
          <a:prstGeom prst="rect">
            <a:avLst/>
          </a:prstGeom>
        </p:spPr>
        <p:txBody>
          <a:bodyPr vert="horz" lIns="0" tIns="0" rIns="0" bIns="0" rtlCol="0" anchor="ctr"/>
          <a:lstStyle>
            <a:defPPr>
              <a:defRPr lang="zh-CN"/>
            </a:defPPr>
            <a:lvl1pPr marL="0" algn="l" defTabSz="457200" rtl="0" eaLnBrk="1" latinLnBrk="0" hangingPunct="1">
              <a:defRPr sz="1000" kern="1200" baseline="0">
                <a:solidFill>
                  <a:schemeClr val="bg1"/>
                </a:solidFill>
                <a:latin typeface="Arial" panose="020B0604020202020204"/>
                <a:ea typeface="方正兰亭黑Pro_GB18030 SemiBold"/>
                <a:cs typeface="Arial" panose="020B060402020202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kumimoji="1" lang="en-US" altLang="zh-CN" sz="800" b="0" dirty="0">
                <a:solidFill>
                  <a:schemeClr val="tx1"/>
                </a:solidFill>
                <a:latin typeface="FZLanTingHei-R-GBK" panose="02000000000000000000" pitchFamily="2" charset="-122"/>
                <a:ea typeface="FZLanTingHei-R-GBK" panose="02000000000000000000" pitchFamily="2" charset="-122"/>
              </a:rPr>
              <a:t>Page.</a:t>
            </a:r>
            <a:fld id="{E4284A8E-C955-1241-9771-F374C2C0C855}" type="slidenum">
              <a:rPr kumimoji="1" lang="zh-CN" altLang="en-US" sz="800" b="0" dirty="0" smtClean="0">
                <a:solidFill>
                  <a:schemeClr val="tx1"/>
                </a:solidFill>
                <a:latin typeface="FZLanTingHei-R-GBK" panose="02000000000000000000" pitchFamily="2" charset="-122"/>
                <a:ea typeface="FZLanTingHei-R-GBK" panose="02000000000000000000" pitchFamily="2" charset="-122"/>
              </a:rPr>
              <a:t>‹#›</a:t>
            </a:fld>
            <a:endParaRPr kumimoji="1" lang="zh-CN" altLang="en-US" sz="800" dirty="0">
              <a:solidFill>
                <a:schemeClr val="tx1"/>
              </a:solidFill>
              <a:latin typeface="FZLanTingHei-R-GBK" panose="02000000000000000000" pitchFamily="2" charset="-122"/>
              <a:ea typeface="FZLanTingHei-R-GBK" panose="02000000000000000000" pitchFamily="2"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幻灯片编号占位符 4"/>
          <p:cNvSpPr>
            <a:spLocks noGrp="1"/>
          </p:cNvSpPr>
          <p:nvPr>
            <p:ph type="sldNum" sz="quarter" idx="12"/>
          </p:nvPr>
        </p:nvSpPr>
        <p:spPr/>
        <p:txBody>
          <a:bodyPr/>
          <a:lstStyle/>
          <a:p>
            <a:fld id="{E4284A8E-C955-1241-9771-F374C2C0C855}" type="slidenum">
              <a:rPr kumimoji="1" lang="zh-CN" altLang="en-US" smtClean="0"/>
              <a:t>‹#›</a:t>
            </a:fld>
            <a:endParaRPr kumimoji="1"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幻灯片编号占位符 4"/>
          <p:cNvSpPr>
            <a:spLocks noGrp="1"/>
          </p:cNvSpPr>
          <p:nvPr>
            <p:ph type="sldNum" sz="quarter" idx="12"/>
          </p:nvPr>
        </p:nvSpPr>
        <p:spPr/>
        <p:txBody>
          <a:bodyPr/>
          <a:lstStyle/>
          <a:p>
            <a:fld id="{E4284A8E-C955-1241-9771-F374C2C0C855}" type="slidenum">
              <a:rPr kumimoji="1" lang="zh-CN" altLang="en-US" smtClean="0"/>
              <a:t>‹#›</a:t>
            </a:fld>
            <a:endParaRPr kumimoji="1"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幻灯片编号占位符 4"/>
          <p:cNvSpPr>
            <a:spLocks noGrp="1"/>
          </p:cNvSpPr>
          <p:nvPr>
            <p:ph type="sldNum" sz="quarter" idx="12"/>
          </p:nvPr>
        </p:nvSpPr>
        <p:spPr/>
        <p:txBody>
          <a:bodyPr/>
          <a:lstStyle/>
          <a:p>
            <a:fld id="{E4284A8E-C955-1241-9771-F374C2C0C855}" type="slidenum">
              <a:rPr kumimoji="1" lang="zh-CN" altLang="en-US" smtClean="0"/>
              <a:t>‹#›</a:t>
            </a:fld>
            <a:endParaRPr kumimoji="1"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6_节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1969" cy="5143499"/>
          </a:xfrm>
          <a:prstGeom prst="rect">
            <a:avLst/>
          </a:prstGeom>
        </p:spPr>
      </p:pic>
      <p:sp>
        <p:nvSpPr>
          <p:cNvPr id="2" name="标题 1"/>
          <p:cNvSpPr>
            <a:spLocks noGrp="1"/>
          </p:cNvSpPr>
          <p:nvPr>
            <p:ph type="title"/>
          </p:nvPr>
        </p:nvSpPr>
        <p:spPr>
          <a:xfrm>
            <a:off x="188757" y="1114606"/>
            <a:ext cx="7772400" cy="447368"/>
          </a:xfrm>
        </p:spPr>
        <p:txBody>
          <a:bodyPr lIns="0" tIns="0" rIns="0" bIns="0" anchor="t">
            <a:normAutofit/>
          </a:bodyPr>
          <a:lstStyle>
            <a:lvl1pPr algn="l">
              <a:defRPr sz="2800" b="0" cap="all">
                <a:solidFill>
                  <a:schemeClr val="bg1"/>
                </a:solidFill>
                <a:latin typeface="方正兰亭黑Pro_GB18030"/>
                <a:ea typeface="方正兰亭黑Pro_GB18030"/>
                <a:cs typeface="方正兰亭黑Pro_GB18030"/>
              </a:defRPr>
            </a:lvl1pPr>
          </a:lstStyle>
          <a:p>
            <a:r>
              <a:rPr kumimoji="1" lang="zh-CN" altLang="en-US" dirty="0"/>
              <a:t>单击此处编辑母版标题样式</a:t>
            </a:r>
          </a:p>
        </p:txBody>
      </p:sp>
      <p:sp>
        <p:nvSpPr>
          <p:cNvPr id="3" name="文本占位符 2"/>
          <p:cNvSpPr>
            <a:spLocks noGrp="1"/>
          </p:cNvSpPr>
          <p:nvPr>
            <p:ph type="body" idx="1"/>
          </p:nvPr>
        </p:nvSpPr>
        <p:spPr>
          <a:xfrm>
            <a:off x="188757" y="1726156"/>
            <a:ext cx="7772400" cy="391715"/>
          </a:xfrm>
        </p:spPr>
        <p:txBody>
          <a:bodyPr lIns="0" tIns="0" rIns="0" bIns="0" anchor="t" anchorCtr="0">
            <a:normAutofit/>
          </a:bodyPr>
          <a:lstStyle>
            <a:lvl1pPr marL="0" indent="0">
              <a:buNone/>
              <a:defRPr sz="2000" baseline="0">
                <a:solidFill>
                  <a:schemeClr val="bg1"/>
                </a:solidFill>
                <a:latin typeface="方正兰亭黑Pro_GB18030"/>
                <a:ea typeface="方正兰亭黑Pro_GB18030"/>
                <a:cs typeface="方正兰亭黑Pro_GB1803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zh-CN" altLang="en-US" dirty="0"/>
              <a:t>单击此处编辑母版文本样式</a:t>
            </a:r>
          </a:p>
        </p:txBody>
      </p:sp>
      <p:sp>
        <p:nvSpPr>
          <p:cNvPr id="11" name="幻灯片编号占位符 4"/>
          <p:cNvSpPr>
            <a:spLocks noGrp="1"/>
          </p:cNvSpPr>
          <p:nvPr>
            <p:ph type="sldNum" sz="quarter" idx="12"/>
          </p:nvPr>
        </p:nvSpPr>
        <p:spPr>
          <a:xfrm>
            <a:off x="171924" y="4746178"/>
            <a:ext cx="2133600" cy="273844"/>
          </a:xfrm>
        </p:spPr>
        <p:txBody>
          <a:bodyPr lIns="0" tIns="0" rIns="0" bIns="0"/>
          <a:lstStyle>
            <a:lvl1pPr algn="l">
              <a:defRPr sz="1000" baseline="0">
                <a:solidFill>
                  <a:schemeClr val="bg1"/>
                </a:solidFill>
                <a:latin typeface="Arial" panose="020B0604020202020204"/>
                <a:ea typeface="方正兰亭黑Pro_GB18030 SemiBold"/>
                <a:cs typeface="Arial" panose="020B0604020202020204"/>
              </a:defRPr>
            </a:lvl1pPr>
          </a:lstStyle>
          <a:p>
            <a:r>
              <a:rPr kumimoji="1" lang="en-US" altLang="zh-CN" sz="900" b="1" dirty="0"/>
              <a:t>Page</a:t>
            </a:r>
            <a:r>
              <a:rPr kumimoji="1" lang="en-US" altLang="zh-CN" b="1" dirty="0"/>
              <a:t>.</a:t>
            </a:r>
            <a:fld id="{E4284A8E-C955-1241-9771-F374C2C0C855}" type="slidenum">
              <a:rPr kumimoji="1" lang="zh-CN" altLang="en-US" b="1" dirty="0" smtClean="0"/>
              <a:t>‹#›</a:t>
            </a:fld>
            <a:endParaRPr kumimoji="1" lang="zh-CN" altLang="en-US" dirty="0"/>
          </a:p>
        </p:txBody>
      </p:sp>
      <p:cxnSp>
        <p:nvCxnSpPr>
          <p:cNvPr id="6" name="直线连接符 5"/>
          <p:cNvCxnSpPr/>
          <p:nvPr userDrawn="1"/>
        </p:nvCxnSpPr>
        <p:spPr>
          <a:xfrm>
            <a:off x="188757" y="2335080"/>
            <a:ext cx="8763962"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7888"/>
            <a:ext cx="9155986" cy="5151385"/>
          </a:xfrm>
          <a:prstGeom prst="rect">
            <a:avLst/>
          </a:prstGeom>
        </p:spPr>
      </p:pic>
      <p:sp>
        <p:nvSpPr>
          <p:cNvPr id="3" name="文本占位符 2"/>
          <p:cNvSpPr>
            <a:spLocks noGrp="1"/>
          </p:cNvSpPr>
          <p:nvPr>
            <p:ph type="body" idx="1"/>
          </p:nvPr>
        </p:nvSpPr>
        <p:spPr>
          <a:xfrm>
            <a:off x="181125" y="299345"/>
            <a:ext cx="2409675" cy="1190788"/>
          </a:xfrm>
        </p:spPr>
        <p:txBody>
          <a:bodyPr lIns="0" tIns="0" rIns="0" bIns="0" anchor="t" anchorCtr="0">
            <a:normAutofit/>
          </a:bodyPr>
          <a:lstStyle>
            <a:lvl1pPr marL="0" indent="0">
              <a:buNone/>
              <a:defRPr sz="2000" b="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dirty="0"/>
              <a:t>单击此处编辑母版文本样式</a:t>
            </a:r>
          </a:p>
        </p:txBody>
      </p:sp>
      <p:sp>
        <p:nvSpPr>
          <p:cNvPr id="11" name="文本占位符 2"/>
          <p:cNvSpPr>
            <a:spLocks noGrp="1"/>
          </p:cNvSpPr>
          <p:nvPr>
            <p:ph type="body" idx="13"/>
          </p:nvPr>
        </p:nvSpPr>
        <p:spPr>
          <a:xfrm>
            <a:off x="3124200" y="299345"/>
            <a:ext cx="5096933" cy="1952788"/>
          </a:xfrm>
        </p:spPr>
        <p:txBody>
          <a:bodyPr lIns="0" tIns="0" rIns="0" bIns="0" anchor="t" anchorCtr="0">
            <a:normAutofit/>
          </a:bodyPr>
          <a:lstStyle>
            <a:lvl1pPr marL="0" indent="0">
              <a:buNone/>
              <a:defRPr sz="2000" b="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dirty="0"/>
              <a:t>单击此处编辑母版文本样式</a:t>
            </a:r>
          </a:p>
        </p:txBody>
      </p:sp>
      <p:sp>
        <p:nvSpPr>
          <p:cNvPr id="12" name="文本占位符 2"/>
          <p:cNvSpPr>
            <a:spLocks noGrp="1"/>
          </p:cNvSpPr>
          <p:nvPr>
            <p:ph type="body" idx="14"/>
          </p:nvPr>
        </p:nvSpPr>
        <p:spPr>
          <a:xfrm>
            <a:off x="181125" y="2890145"/>
            <a:ext cx="2409675" cy="1190788"/>
          </a:xfrm>
        </p:spPr>
        <p:txBody>
          <a:bodyPr lIns="0" tIns="0" rIns="0" bIns="0" anchor="t" anchorCtr="0">
            <a:normAutofit/>
          </a:bodyPr>
          <a:lstStyle>
            <a:lvl1pPr marL="0" indent="0">
              <a:buNone/>
              <a:defRPr sz="2000" b="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dirty="0"/>
              <a:t>单击此处编辑母版文本样式</a:t>
            </a:r>
          </a:p>
        </p:txBody>
      </p:sp>
      <p:sp>
        <p:nvSpPr>
          <p:cNvPr id="13" name="文本占位符 2"/>
          <p:cNvSpPr>
            <a:spLocks noGrp="1"/>
          </p:cNvSpPr>
          <p:nvPr>
            <p:ph type="body" idx="15"/>
          </p:nvPr>
        </p:nvSpPr>
        <p:spPr>
          <a:xfrm>
            <a:off x="3124200" y="2884690"/>
            <a:ext cx="5096933" cy="1196243"/>
          </a:xfrm>
        </p:spPr>
        <p:txBody>
          <a:bodyPr lIns="0" tIns="0" rIns="0" bIns="0" anchor="t" anchorCtr="0">
            <a:normAutofit/>
          </a:bodyPr>
          <a:lstStyle>
            <a:lvl1pPr marL="0" indent="0">
              <a:buNone/>
              <a:defRPr sz="2000" b="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dirty="0"/>
              <a:t>单击此处编辑母版文本样式</a:t>
            </a:r>
          </a:p>
        </p:txBody>
      </p:sp>
      <p:sp>
        <p:nvSpPr>
          <p:cNvPr id="19" name="幻灯片编号占位符 4"/>
          <p:cNvSpPr txBox="1"/>
          <p:nvPr userDrawn="1"/>
        </p:nvSpPr>
        <p:spPr>
          <a:xfrm>
            <a:off x="171924" y="4746178"/>
            <a:ext cx="2133600" cy="273844"/>
          </a:xfrm>
          <a:prstGeom prst="rect">
            <a:avLst/>
          </a:prstGeom>
        </p:spPr>
        <p:txBody>
          <a:bodyPr vert="horz" lIns="0" tIns="0" rIns="0" bIns="0" rtlCol="0" anchor="ctr"/>
          <a:lstStyle>
            <a:defPPr>
              <a:defRPr lang="zh-CN"/>
            </a:defPPr>
            <a:lvl1pPr marL="0" algn="l" defTabSz="457200" rtl="0" eaLnBrk="1" latinLnBrk="0" hangingPunct="1">
              <a:defRPr sz="1000" kern="1200" baseline="0">
                <a:solidFill>
                  <a:schemeClr val="bg1"/>
                </a:solidFill>
                <a:latin typeface="Arial" panose="020B0604020202020204"/>
                <a:ea typeface="方正兰亭黑Pro_GB18030 SemiBold"/>
                <a:cs typeface="Arial" panose="020B060402020202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kumimoji="1" lang="en-US" altLang="zh-CN" sz="900" b="1" dirty="0">
                <a:solidFill>
                  <a:schemeClr val="tx1"/>
                </a:solidFill>
              </a:rPr>
              <a:t>Page</a:t>
            </a:r>
            <a:r>
              <a:rPr kumimoji="1" lang="en-US" altLang="zh-CN" b="1" dirty="0">
                <a:solidFill>
                  <a:schemeClr val="tx1"/>
                </a:solidFill>
              </a:rPr>
              <a:t>.</a:t>
            </a:r>
            <a:fld id="{E4284A8E-C955-1241-9771-F374C2C0C855}" type="slidenum">
              <a:rPr kumimoji="1" lang="zh-CN" altLang="en-US" b="1" dirty="0" smtClean="0">
                <a:solidFill>
                  <a:schemeClr val="tx1"/>
                </a:solidFill>
              </a:rPr>
              <a:t>‹#›</a:t>
            </a:fld>
            <a:endParaRPr kumimoji="1" lang="zh-CN" altLang="en-US" dirty="0">
              <a:solidFill>
                <a:schemeClr val="tx1"/>
              </a:solidFill>
            </a:endParaRPr>
          </a:p>
        </p:txBody>
      </p:sp>
      <p:cxnSp>
        <p:nvCxnSpPr>
          <p:cNvPr id="8" name="直线连接符 7"/>
          <p:cNvCxnSpPr/>
          <p:nvPr userDrawn="1"/>
        </p:nvCxnSpPr>
        <p:spPr>
          <a:xfrm>
            <a:off x="188757" y="2326207"/>
            <a:ext cx="8763962" cy="0"/>
          </a:xfrm>
          <a:prstGeom prst="line">
            <a:avLst/>
          </a:prstGeom>
          <a:ln w="6350">
            <a:solidFill>
              <a:schemeClr val="tx1"/>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a:extLst>
              <a:ext uri="{28A0092B-C50C-407E-A947-70E740481C1C}">
                <a14:useLocalDpi xmlns:a14="http://schemas.microsoft.com/office/drawing/2010/main" val="0"/>
              </a:ext>
            </a:extLst>
          </a:blip>
          <a:srcRect t="84691" r="41097" b="5679"/>
          <a:stretch>
            <a:fillRect/>
          </a:stretch>
        </p:blipFill>
        <p:spPr>
          <a:xfrm>
            <a:off x="339" y="4610101"/>
            <a:ext cx="5384461" cy="495300"/>
          </a:xfrm>
          <a:prstGeom prst="rect">
            <a:avLst/>
          </a:prstGeom>
        </p:spPr>
      </p:pic>
      <p:sp>
        <p:nvSpPr>
          <p:cNvPr id="6" name="标题 1"/>
          <p:cNvSpPr txBox="1"/>
          <p:nvPr userDrawn="1"/>
        </p:nvSpPr>
        <p:spPr>
          <a:xfrm>
            <a:off x="188757" y="1931339"/>
            <a:ext cx="7772400" cy="447368"/>
          </a:xfrm>
          <a:prstGeom prst="rect">
            <a:avLst/>
          </a:prstGeom>
        </p:spPr>
        <p:txBody>
          <a:bodyPr vert="horz" lIns="0" tIns="0" rIns="0" bIns="0" rtlCol="0" anchor="t">
            <a:normAutofit/>
          </a:bodyPr>
          <a:lstStyle>
            <a:lvl1pPr algn="l" defTabSz="457200" rtl="0" eaLnBrk="1" latinLnBrk="0" hangingPunct="1">
              <a:spcBef>
                <a:spcPct val="0"/>
              </a:spcBef>
              <a:buNone/>
              <a:defRPr sz="2800" b="0" i="0" kern="1200" cap="all">
                <a:solidFill>
                  <a:srgbClr val="0000A8"/>
                </a:solidFill>
                <a:latin typeface="方正兰亭黑Pro_GB18030 DemiBold"/>
                <a:ea typeface="方正兰亭黑Pro_GB18030 DemiBold"/>
                <a:cs typeface="方正兰亭黑Pro_GB18030 DemiBold"/>
              </a:defRPr>
            </a:lvl1pPr>
          </a:lstStyle>
          <a:p>
            <a:r>
              <a:rPr kumimoji="1" lang="zh-CN" altLang="en-US" sz="2400" dirty="0"/>
              <a:t>感谢观看</a:t>
            </a:r>
          </a:p>
        </p:txBody>
      </p:sp>
      <p:pic>
        <p:nvPicPr>
          <p:cNvPr id="8" name="图片 7"/>
          <p:cNvPicPr>
            <a:picLocks noChangeAspect="1"/>
          </p:cNvPicPr>
          <p:nvPr userDrawn="1"/>
        </p:nvPicPr>
        <p:blipFill rotWithShape="1">
          <a:blip r:embed="rId3">
            <a:extLst>
              <a:ext uri="{28A0092B-C50C-407E-A947-70E740481C1C}">
                <a14:useLocalDpi xmlns:a14="http://schemas.microsoft.com/office/drawing/2010/main" val="0"/>
              </a:ext>
            </a:extLst>
          </a:blip>
          <a:srcRect l="65747" t="84715"/>
          <a:stretch>
            <a:fillRect/>
          </a:stretch>
        </p:blipFill>
        <p:spPr>
          <a:xfrm>
            <a:off x="6019800" y="4356100"/>
            <a:ext cx="3136188" cy="787397"/>
          </a:xfrm>
          <a:prstGeom prst="rect">
            <a:avLst/>
          </a:prstGeom>
        </p:spPr>
      </p:pic>
      <p:cxnSp>
        <p:nvCxnSpPr>
          <p:cNvPr id="5" name="直线连接符 4"/>
          <p:cNvCxnSpPr/>
          <p:nvPr userDrawn="1"/>
        </p:nvCxnSpPr>
        <p:spPr>
          <a:xfrm>
            <a:off x="188757" y="2571750"/>
            <a:ext cx="8763962" cy="0"/>
          </a:xfrm>
          <a:prstGeom prst="line">
            <a:avLst/>
          </a:prstGeom>
          <a:ln w="6350">
            <a:solidFill>
              <a:srgbClr val="0000A8"/>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kumimoji="1"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zh-CN" altLang="en-US"/>
              <a:t>单击此处编辑母版副标题样式</a:t>
            </a:r>
          </a:p>
        </p:txBody>
      </p:sp>
      <p:sp>
        <p:nvSpPr>
          <p:cNvPr id="4" name="日期占位符 3"/>
          <p:cNvSpPr>
            <a:spLocks noGrp="1"/>
          </p:cNvSpPr>
          <p:nvPr>
            <p:ph type="dt" sz="half" idx="10"/>
          </p:nvPr>
        </p:nvSpPr>
        <p:spPr/>
        <p:txBody>
          <a:bodyPr/>
          <a:lstStyle/>
          <a:p>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E4284A8E-C955-1241-9771-F374C2C0C855}" type="slidenum">
              <a:rPr kumimoji="1" lang="zh-CN" altLang="en-US" smtClean="0"/>
              <a:t>‹#›</a:t>
            </a:fld>
            <a:endParaRPr kumimoji="1"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幻灯片编号占位符 4"/>
          <p:cNvSpPr>
            <a:spLocks noGrp="1"/>
          </p:cNvSpPr>
          <p:nvPr>
            <p:ph type="sldNum" sz="quarter" idx="12"/>
          </p:nvPr>
        </p:nvSpPr>
        <p:spPr/>
        <p:txBody>
          <a:bodyPr/>
          <a:lstStyle/>
          <a:p>
            <a:fld id="{E4284A8E-C955-1241-9771-F374C2C0C855}" type="slidenum">
              <a:rPr kumimoji="1" lang="zh-CN" altLang="en-US" smtClean="0"/>
              <a:t>‹#›</a:t>
            </a:fld>
            <a:endParaRPr kumimoji="1"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E4284A8E-C955-1241-9771-F374C2C0C855}" type="slidenum">
              <a:rPr kumimoji="1" lang="zh-CN" altLang="en-US" smtClean="0"/>
              <a:t>‹#›</a:t>
            </a:fld>
            <a:endParaRPr kumimoji="1"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p:cNvSpPr>
            <a:spLocks noGrp="1"/>
          </p:cNvSpPr>
          <p:nvPr>
            <p:ph type="dt" sz="half" idx="10"/>
          </p:nvPr>
        </p:nvSpPr>
        <p:spPr/>
        <p:txBody>
          <a:bodyPr/>
          <a:lstStyle/>
          <a:p>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E4284A8E-C955-1241-9771-F374C2C0C855}" type="slidenum">
              <a:rPr kumimoji="1" lang="zh-CN" altLang="en-US" smtClean="0"/>
              <a:t>‹#›</a:t>
            </a:fld>
            <a:endParaRPr kumimoji="1"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幻灯片编号占位符 4"/>
          <p:cNvSpPr>
            <a:spLocks noGrp="1"/>
          </p:cNvSpPr>
          <p:nvPr>
            <p:ph type="sldNum" sz="quarter" idx="12"/>
          </p:nvPr>
        </p:nvSpPr>
        <p:spPr/>
        <p:txBody>
          <a:bodyPr/>
          <a:lstStyle/>
          <a:p>
            <a:fld id="{E4284A8E-C955-1241-9771-F374C2C0C855}" type="slidenum">
              <a:rPr kumimoji="1" lang="zh-CN" altLang="en-US" smtClean="0"/>
              <a:t>‹#›</a:t>
            </a:fld>
            <a:endParaRPr kumimoji="1"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幻灯片编号占位符 3"/>
          <p:cNvSpPr>
            <a:spLocks noGrp="1"/>
          </p:cNvSpPr>
          <p:nvPr>
            <p:ph type="sldNum" sz="quarter" idx="12"/>
          </p:nvPr>
        </p:nvSpPr>
        <p:spPr/>
        <p:txBody>
          <a:bodyPr/>
          <a:lstStyle/>
          <a:p>
            <a:fld id="{E4284A8E-C955-1241-9771-F374C2C0C855}" type="slidenum">
              <a:rPr kumimoji="1" lang="zh-CN" altLang="en-US" smtClean="0"/>
              <a:t>‹#›</a:t>
            </a:fld>
            <a:endParaRPr kumimoji="1"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kumimoji="1"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E4284A8E-C955-1241-9771-F374C2C0C855}" type="slidenum">
              <a:rPr kumimoji="1" lang="zh-CN" altLang="en-US" smtClean="0"/>
              <a:t>‹#›</a:t>
            </a:fld>
            <a:endParaRPr kumimoji="1"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竖排文本占位符 2"/>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E4284A8E-C955-1241-9771-F374C2C0C855}" type="slidenum">
              <a:rPr kumimoji="1" lang="zh-CN" altLang="en-US" smtClean="0"/>
              <a:t>‹#›</a:t>
            </a:fld>
            <a:endParaRPr kumimoji="1"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p:spPr>
        <p:txBody>
          <a:bodyPr vert="eaVert"/>
          <a:lstStyle/>
          <a:p>
            <a:r>
              <a:rPr kumimoji="1" lang="zh-CN" altLang="en-US"/>
              <a:t>单击此处编辑母版标题样式</a:t>
            </a:r>
          </a:p>
        </p:txBody>
      </p:sp>
      <p:sp>
        <p:nvSpPr>
          <p:cNvPr id="3" name="竖排文本占位符 2"/>
          <p:cNvSpPr>
            <a:spLocks noGrp="1"/>
          </p:cNvSpPr>
          <p:nvPr>
            <p:ph type="body" orient="vert" idx="1"/>
          </p:nvPr>
        </p:nvSpPr>
        <p:spPr>
          <a:xfrm>
            <a:off x="457200" y="154781"/>
            <a:ext cx="6019800" cy="329088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E4284A8E-C955-1241-9771-F374C2C0C855}" type="slidenum">
              <a:rPr kumimoji="1" lang="zh-CN" altLang="en-US" smtClean="0"/>
              <a:t>‹#›</a:t>
            </a:fld>
            <a:endParaRPr kumimoji="1"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71499"/>
          </a:xfrm>
          <a:prstGeom prst="rect">
            <a:avLst/>
          </a:prstGeom>
        </p:spPr>
        <p:txBody>
          <a:bodyPr/>
          <a:lstStyle>
            <a:lvl1pPr>
              <a:defRPr sz="3000">
                <a:latin typeface="Arial" charset="0"/>
                <a:ea typeface="Arial" charset="0"/>
                <a:cs typeface="Arial" charset="0"/>
              </a:defRPr>
            </a:lvl1pPr>
          </a:lstStyle>
          <a:p>
            <a:r>
              <a:rPr lang="en-US" dirty="0"/>
              <a:t>Click to edit Master title style</a:t>
            </a:r>
          </a:p>
        </p:txBody>
      </p:sp>
      <p:cxnSp>
        <p:nvCxnSpPr>
          <p:cNvPr id="4" name="直接连接符 3"/>
          <p:cNvCxnSpPr/>
          <p:nvPr userDrawn="1"/>
        </p:nvCxnSpPr>
        <p:spPr>
          <a:xfrm>
            <a:off x="0" y="571499"/>
            <a:ext cx="9144000" cy="0"/>
          </a:xfrm>
          <a:prstGeom prst="line">
            <a:avLst/>
          </a:prstGeom>
          <a:ln w="38100">
            <a:solidFill>
              <a:srgbClr val="660874"/>
            </a:solidFill>
          </a:ln>
        </p:spPr>
        <p:style>
          <a:lnRef idx="1">
            <a:schemeClr val="accent1"/>
          </a:lnRef>
          <a:fillRef idx="0">
            <a:schemeClr val="accent1"/>
          </a:fillRef>
          <a:effectRef idx="0">
            <a:schemeClr val="accent1"/>
          </a:effectRef>
          <a:fontRef idx="minor">
            <a:schemeClr val="tx1"/>
          </a:fontRef>
        </p:style>
      </p:cxnSp>
      <p:sp>
        <p:nvSpPr>
          <p:cNvPr id="5" name="矩形 4"/>
          <p:cNvSpPr/>
          <p:nvPr userDrawn="1"/>
        </p:nvSpPr>
        <p:spPr>
          <a:xfrm>
            <a:off x="0" y="4868154"/>
            <a:ext cx="9144000" cy="275347"/>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endParaRPr>
          </a:p>
        </p:txBody>
      </p:sp>
      <p:sp>
        <p:nvSpPr>
          <p:cNvPr id="7" name="TextBox 8"/>
          <p:cNvSpPr txBox="1">
            <a:spLocks noChangeArrowheads="1"/>
          </p:cNvSpPr>
          <p:nvPr userDrawn="1"/>
        </p:nvSpPr>
        <p:spPr bwMode="auto">
          <a:xfrm>
            <a:off x="-1" y="4870309"/>
            <a:ext cx="2590800" cy="285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indent="0" algn="l" defTabSz="685800" rtl="1" eaLnBrk="1" fontAlgn="base" latinLnBrk="0" hangingPunct="1">
              <a:lnSpc>
                <a:spcPct val="93000"/>
              </a:lnSpc>
              <a:spcBef>
                <a:spcPct val="0"/>
              </a:spcBef>
              <a:spcAft>
                <a:spcPct val="0"/>
              </a:spcAft>
              <a:buClr>
                <a:srgbClr val="000000"/>
              </a:buClr>
              <a:buSzPct val="100000"/>
              <a:buFont typeface="Times New Roman" pitchFamily="18" charset="0"/>
              <a:buNone/>
              <a:tabLst/>
              <a:defRPr/>
            </a:pPr>
            <a:r>
              <a:rPr kumimoji="1" lang="en-US" altLang="zh-CN" sz="1350" b="1" dirty="0">
                <a:solidFill>
                  <a:schemeClr val="bg1"/>
                </a:solidFill>
                <a:latin typeface="Arial" pitchFamily="34" charset="0"/>
                <a:cs typeface="Arial" pitchFamily="34" charset="0"/>
              </a:rPr>
              <a:t>Tsinghua University</a:t>
            </a:r>
            <a:endParaRPr kumimoji="1" lang="en-US" sz="1350" b="1" dirty="0">
              <a:solidFill>
                <a:schemeClr val="bg1"/>
              </a:solidFill>
              <a:latin typeface="Arial" pitchFamily="34" charset="0"/>
              <a:cs typeface="Arial" pitchFamily="34" charset="0"/>
            </a:endParaRPr>
          </a:p>
        </p:txBody>
      </p:sp>
      <p:sp>
        <p:nvSpPr>
          <p:cNvPr id="8" name="Slide Number Placeholder 1"/>
          <p:cNvSpPr txBox="1">
            <a:spLocks/>
          </p:cNvSpPr>
          <p:nvPr userDrawn="1"/>
        </p:nvSpPr>
        <p:spPr bwMode="auto">
          <a:xfrm>
            <a:off x="7845426" y="4868154"/>
            <a:ext cx="1298575" cy="2753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ls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a:lstStyle>
          <a:p>
            <a:pPr algn="r" rtl="1" eaLnBrk="1" hangingPunct="1">
              <a:lnSpc>
                <a:spcPct val="93000"/>
              </a:lnSpc>
              <a:buClr>
                <a:srgbClr val="000000"/>
              </a:buClr>
              <a:buSzPct val="100000"/>
              <a:buFont typeface="Times New Roman" pitchFamily="18" charset="0"/>
              <a:buNone/>
            </a:pPr>
            <a:fld id="{2F4D2785-A076-4F3E-A175-152D0C56177B}" type="slidenum">
              <a:rPr kumimoji="1" lang="en-US" sz="1350" b="1" i="1" smtClean="0">
                <a:solidFill>
                  <a:schemeClr val="bg1"/>
                </a:solidFill>
                <a:latin typeface="Arial" pitchFamily="34" charset="0"/>
                <a:ea typeface="HY헤드라인M"/>
                <a:cs typeface="Arial" pitchFamily="34" charset="0"/>
              </a:rPr>
              <a:pPr algn="r" rtl="1" eaLnBrk="1" hangingPunct="1">
                <a:lnSpc>
                  <a:spcPct val="93000"/>
                </a:lnSpc>
                <a:buClr>
                  <a:srgbClr val="000000"/>
                </a:buClr>
                <a:buSzPct val="100000"/>
                <a:buFont typeface="Times New Roman" pitchFamily="18" charset="0"/>
                <a:buNone/>
              </a:pPr>
              <a:t>‹#›</a:t>
            </a:fld>
            <a:r>
              <a:rPr kumimoji="1" lang="en-US" sz="1350" b="1" i="1" baseline="0" dirty="0">
                <a:solidFill>
                  <a:schemeClr val="bg1"/>
                </a:solidFill>
                <a:latin typeface="Arial" pitchFamily="34" charset="0"/>
                <a:ea typeface="HY헤드라인M"/>
                <a:cs typeface="Arial" pitchFamily="34" charset="0"/>
              </a:rPr>
              <a:t>   </a:t>
            </a:r>
            <a:endParaRPr kumimoji="1" lang="en-US" sz="1350" b="1" i="1" dirty="0">
              <a:solidFill>
                <a:schemeClr val="bg1"/>
              </a:solidFill>
              <a:latin typeface="Arial" pitchFamily="34" charset="0"/>
              <a:ea typeface="HY헤드라인M"/>
              <a:cs typeface="Arial" pitchFamily="34" charset="0"/>
            </a:endParaRPr>
          </a:p>
        </p:txBody>
      </p:sp>
    </p:spTree>
    <p:extLst>
      <p:ext uri="{BB962C8B-B14F-4D97-AF65-F5344CB8AC3E}">
        <p14:creationId xmlns:p14="http://schemas.microsoft.com/office/powerpoint/2010/main" val="19413005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p:spPr>
        <p:txBody>
          <a:bodyPr/>
          <a:lstStyle/>
          <a:p>
            <a:r>
              <a:rPr kumimoji="1"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zh-CN" altLang="en-US"/>
              <a:t>单击此处编辑母版副标题样式</a:t>
            </a:r>
          </a:p>
        </p:txBody>
      </p:sp>
      <p:sp>
        <p:nvSpPr>
          <p:cNvPr id="4" name="日期占位符 3"/>
          <p:cNvSpPr>
            <a:spLocks noGrp="1"/>
          </p:cNvSpPr>
          <p:nvPr>
            <p:ph type="dt" sz="half" idx="10"/>
          </p:nvPr>
        </p:nvSpPr>
        <p:spPr/>
        <p:txBody>
          <a:bodyPr/>
          <a:lstStyle/>
          <a:p>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063C8DC4-18BC-0D4D-A11F-7E4BCE236F69}" type="slidenum">
              <a:rPr kumimoji="1" lang="zh-CN" altLang="en-US" smtClean="0"/>
              <a:t>‹#›</a:t>
            </a:fld>
            <a:endParaRPr kumimoji="1"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063C8DC4-18BC-0D4D-A11F-7E4BCE236F69}" type="slidenum">
              <a:rPr kumimoji="1" lang="zh-CN" altLang="en-US" smtClean="0"/>
              <a:t>‹#›</a:t>
            </a:fld>
            <a:endParaRPr kumimoji="1"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p:spPr>
        <p:txBody>
          <a:bodyPr anchor="t"/>
          <a:lstStyle>
            <a:lvl1pPr algn="l">
              <a:defRPr sz="4000" b="1" cap="all"/>
            </a:lvl1pPr>
          </a:lstStyle>
          <a:p>
            <a:r>
              <a:rPr kumimoji="1" lang="zh-CN" altLang="en-US"/>
              <a:t>单击此处编辑母版标题样式</a:t>
            </a:r>
          </a:p>
        </p:txBody>
      </p:sp>
      <p:sp>
        <p:nvSpPr>
          <p:cNvPr id="3" name="文本占位符 2"/>
          <p:cNvSpPr>
            <a:spLocks noGrp="1"/>
          </p:cNvSpPr>
          <p:nvPr>
            <p:ph type="body" idx="1"/>
          </p:nvPr>
        </p:nvSpPr>
        <p:spPr>
          <a:xfrm>
            <a:off x="722313" y="2179638"/>
            <a:ext cx="7772400" cy="112553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zh-CN" altLang="en-US"/>
              <a:t>单击此处编辑母版文本样式</a:t>
            </a:r>
          </a:p>
        </p:txBody>
      </p:sp>
      <p:sp>
        <p:nvSpPr>
          <p:cNvPr id="4" name="日期占位符 3"/>
          <p:cNvSpPr>
            <a:spLocks noGrp="1"/>
          </p:cNvSpPr>
          <p:nvPr>
            <p:ph type="dt" sz="half" idx="10"/>
          </p:nvPr>
        </p:nvSpPr>
        <p:spPr/>
        <p:txBody>
          <a:bodyPr/>
          <a:lstStyle/>
          <a:p>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063C8DC4-18BC-0D4D-A11F-7E4BCE236F69}" type="slidenum">
              <a:rPr kumimoji="1" lang="zh-CN" altLang="en-US" smtClean="0"/>
              <a:t>‹#›</a:t>
            </a:fld>
            <a:endParaRPr kumimoji="1"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p:nvPr>
        </p:nvSpPr>
        <p:spPr>
          <a:xfrm>
            <a:off x="457200" y="1200150"/>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p:cNvSpPr>
            <a:spLocks noGrp="1"/>
          </p:cNvSpPr>
          <p:nvPr>
            <p:ph sz="half" idx="2"/>
          </p:nvPr>
        </p:nvSpPr>
        <p:spPr>
          <a:xfrm>
            <a:off x="4648200" y="1200150"/>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p:cNvSpPr>
            <a:spLocks noGrp="1"/>
          </p:cNvSpPr>
          <p:nvPr>
            <p:ph type="dt" sz="half" idx="10"/>
          </p:nvPr>
        </p:nvSpPr>
        <p:spPr/>
        <p:txBody>
          <a:bodyPr/>
          <a:lstStyle/>
          <a:p>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063C8DC4-18BC-0D4D-A11F-7E4BCE236F69}" type="slidenum">
              <a:rPr kumimoji="1" lang="zh-CN" altLang="en-US" smtClean="0"/>
              <a:t>‹#›</a:t>
            </a:fld>
            <a:endParaRPr kumimoji="1"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kumimoji="1" lang="zh-CN" altLang="en-US"/>
              <a:t>单击此处编辑母版标题样式</a:t>
            </a:r>
          </a:p>
        </p:txBody>
      </p:sp>
      <p:sp>
        <p:nvSpPr>
          <p:cNvPr id="3" name="文本占位符 2"/>
          <p:cNvSpPr>
            <a:spLocks noGrp="1"/>
          </p:cNvSpPr>
          <p:nvPr>
            <p:ph type="body" idx="1"/>
          </p:nvPr>
        </p:nvSpPr>
        <p:spPr>
          <a:xfrm>
            <a:off x="457200" y="1150938"/>
            <a:ext cx="4040188"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p:cNvSpPr>
            <a:spLocks noGrp="1"/>
          </p:cNvSpPr>
          <p:nvPr>
            <p:ph sz="half" idx="2"/>
          </p:nvPr>
        </p:nvSpPr>
        <p:spPr>
          <a:xfrm>
            <a:off x="457200" y="1631950"/>
            <a:ext cx="4040188"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p:cNvSpPr>
            <a:spLocks noGrp="1"/>
          </p:cNvSpPr>
          <p:nvPr>
            <p:ph type="body" sz="quarter" idx="3"/>
          </p:nvPr>
        </p:nvSpPr>
        <p:spPr>
          <a:xfrm>
            <a:off x="4645025" y="1150938"/>
            <a:ext cx="4041775"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p:cNvSpPr>
            <a:spLocks noGrp="1"/>
          </p:cNvSpPr>
          <p:nvPr>
            <p:ph sz="quarter" idx="4"/>
          </p:nvPr>
        </p:nvSpPr>
        <p:spPr>
          <a:xfrm>
            <a:off x="4645025" y="1631950"/>
            <a:ext cx="4041775"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p:cNvSpPr>
            <a:spLocks noGrp="1"/>
          </p:cNvSpPr>
          <p:nvPr>
            <p:ph type="dt" sz="half" idx="10"/>
          </p:nvPr>
        </p:nvSpPr>
        <p:spPr/>
        <p:txBody>
          <a:bodyPr/>
          <a:lstStyle/>
          <a:p>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幻灯片编号占位符 8"/>
          <p:cNvSpPr>
            <a:spLocks noGrp="1"/>
          </p:cNvSpPr>
          <p:nvPr>
            <p:ph type="sldNum" sz="quarter" idx="12"/>
          </p:nvPr>
        </p:nvSpPr>
        <p:spPr/>
        <p:txBody>
          <a:bodyPr/>
          <a:lstStyle/>
          <a:p>
            <a:fld id="{063C8DC4-18BC-0D4D-A11F-7E4BCE236F69}" type="slidenum">
              <a:rPr kumimoji="1" lang="zh-CN" altLang="en-US" smtClean="0"/>
              <a:t>‹#›</a:t>
            </a:fld>
            <a:endParaRPr kumimoji="1"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幻灯片编号占位符 4"/>
          <p:cNvSpPr>
            <a:spLocks noGrp="1"/>
          </p:cNvSpPr>
          <p:nvPr>
            <p:ph type="sldNum" sz="quarter" idx="12"/>
          </p:nvPr>
        </p:nvSpPr>
        <p:spPr/>
        <p:txBody>
          <a:bodyPr/>
          <a:lstStyle/>
          <a:p>
            <a:fld id="{063C8DC4-18BC-0D4D-A11F-7E4BCE236F69}" type="slidenum">
              <a:rPr kumimoji="1" lang="zh-CN" altLang="en-US" smtClean="0"/>
              <a:t>‹#›</a:t>
            </a:fld>
            <a:endParaRPr kumimoji="1"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幻灯片编号占位符 3"/>
          <p:cNvSpPr>
            <a:spLocks noGrp="1"/>
          </p:cNvSpPr>
          <p:nvPr>
            <p:ph type="sldNum" sz="quarter" idx="12"/>
          </p:nvPr>
        </p:nvSpPr>
        <p:spPr/>
        <p:txBody>
          <a:bodyPr/>
          <a:lstStyle/>
          <a:p>
            <a:fld id="{063C8DC4-18BC-0D4D-A11F-7E4BCE236F69}" type="slidenum">
              <a:rPr kumimoji="1" lang="zh-CN" altLang="en-US" smtClean="0"/>
              <a:t>‹#›</a:t>
            </a:fld>
            <a:endParaRPr kumimoji="1"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8"/>
            <a:ext cx="3008313" cy="871537"/>
          </a:xfrm>
        </p:spPr>
        <p:txBody>
          <a:bodyPr anchor="b"/>
          <a:lstStyle>
            <a:lvl1pPr algn="l">
              <a:defRPr sz="2000" b="1"/>
            </a:lvl1pPr>
          </a:lstStyle>
          <a:p>
            <a:r>
              <a:rPr kumimoji="1" lang="zh-CN" altLang="en-US"/>
              <a:t>单击此处编辑母版标题样式</a:t>
            </a:r>
          </a:p>
        </p:txBody>
      </p:sp>
      <p:sp>
        <p:nvSpPr>
          <p:cNvPr id="3" name="内容占位符 2"/>
          <p:cNvSpPr>
            <a:spLocks noGrp="1"/>
          </p:cNvSpPr>
          <p:nvPr>
            <p:ph idx="1"/>
          </p:nvPr>
        </p:nvSpPr>
        <p:spPr>
          <a:xfrm>
            <a:off x="3575050" y="204788"/>
            <a:ext cx="5111750" cy="4389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p:cNvSpPr>
            <a:spLocks noGrp="1"/>
          </p:cNvSpPr>
          <p:nvPr>
            <p:ph type="body" sz="half" idx="2"/>
          </p:nvPr>
        </p:nvSpPr>
        <p:spPr>
          <a:xfrm>
            <a:off x="457200" y="1076325"/>
            <a:ext cx="3008313" cy="35179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063C8DC4-18BC-0D4D-A11F-7E4BCE236F69}" type="slidenum">
              <a:rPr kumimoji="1" lang="zh-CN" altLang="en-US" smtClean="0"/>
              <a:t>‹#›</a:t>
            </a:fld>
            <a:endParaRPr kumimoji="1"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450"/>
          </a:xfrm>
        </p:spPr>
        <p:txBody>
          <a:bodyPr anchor="b"/>
          <a:lstStyle>
            <a:lvl1pPr algn="l">
              <a:defRPr sz="2000" b="1"/>
            </a:lvl1pPr>
          </a:lstStyle>
          <a:p>
            <a:r>
              <a:rPr kumimoji="1" lang="zh-CN" altLang="en-US"/>
              <a:t>单击此处编辑母版标题样式</a:t>
            </a:r>
          </a:p>
        </p:txBody>
      </p:sp>
      <p:sp>
        <p:nvSpPr>
          <p:cNvPr id="3" name="图片占位符 2"/>
          <p:cNvSpPr>
            <a:spLocks noGrp="1"/>
          </p:cNvSpPr>
          <p:nvPr>
            <p:ph type="pic" idx="1"/>
          </p:nvPr>
        </p:nvSpPr>
        <p:spPr>
          <a:xfrm>
            <a:off x="1792288" y="460375"/>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1792288" y="4025900"/>
            <a:ext cx="5486400" cy="6032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063C8DC4-18BC-0D4D-A11F-7E4BCE236F69}" type="slidenum">
              <a:rPr kumimoji="1" lang="zh-CN" altLang="en-US" smtClean="0"/>
              <a:t>‹#›</a:t>
            </a:fld>
            <a:endParaRPr kumimoji="1"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竖排文本占位符 2"/>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063C8DC4-18BC-0D4D-A11F-7E4BCE236F69}" type="slidenum">
              <a:rPr kumimoji="1" lang="zh-CN" altLang="en-US" smtClean="0"/>
              <a:t>‹#›</a:t>
            </a:fld>
            <a:endParaRPr kumimoji="1"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375"/>
            <a:ext cx="2057400" cy="4387850"/>
          </a:xfrm>
        </p:spPr>
        <p:txBody>
          <a:bodyPr vert="eaVert"/>
          <a:lstStyle/>
          <a:p>
            <a:r>
              <a:rPr kumimoji="1" lang="zh-CN" altLang="en-US"/>
              <a:t>单击此处编辑母版标题样式</a:t>
            </a:r>
          </a:p>
        </p:txBody>
      </p:sp>
      <p:sp>
        <p:nvSpPr>
          <p:cNvPr id="3" name="竖排文本占位符 2"/>
          <p:cNvSpPr>
            <a:spLocks noGrp="1"/>
          </p:cNvSpPr>
          <p:nvPr>
            <p:ph type="body" orient="vert" idx="1"/>
          </p:nvPr>
        </p:nvSpPr>
        <p:spPr>
          <a:xfrm>
            <a:off x="457200" y="206375"/>
            <a:ext cx="6019800" cy="4387850"/>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063C8DC4-18BC-0D4D-A11F-7E4BCE236F69}" type="slidenum">
              <a:rPr kumimoji="1" lang="zh-CN" altLang="en-US" smtClean="0"/>
              <a:t>‹#›</a:t>
            </a:fld>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2.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kumimoji="1"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幻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E4284A8E-C955-1241-9771-F374C2C0C855}"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87" r:id="rId27"/>
  </p:sldLayoutIdLst>
  <p:hf hdr="0" ftr="0" dt="0"/>
  <p:txStyles>
    <p:titleStyle>
      <a:lvl1pPr algn="ctr" defTabSz="457200" rtl="0" eaLnBrk="1" latinLnBrk="0" hangingPunct="1">
        <a:spcBef>
          <a:spcPct val="0"/>
        </a:spcBef>
        <a:buNone/>
        <a:defRPr sz="2800" kern="1200">
          <a:solidFill>
            <a:schemeClr val="tx1"/>
          </a:solidFill>
          <a:latin typeface="方正兰亭圆简体_准" panose="02000000000000000000" charset="-122"/>
          <a:ea typeface="方正兰亭圆简体_准" panose="02000000000000000000" charset="-122"/>
          <a:cs typeface="FZLanTingHei-R-GBK" panose="02000000000000000000" pitchFamily="2" charset="-122"/>
        </a:defRPr>
      </a:lvl1pPr>
    </p:titleStyle>
    <p:bodyStyle>
      <a:lvl1pPr marL="0" indent="0" algn="l" defTabSz="457200" rtl="0" eaLnBrk="1" latinLnBrk="0" hangingPunct="1">
        <a:spcBef>
          <a:spcPct val="20000"/>
        </a:spcBef>
        <a:buFont typeface="Arial" panose="020B0604020202020204"/>
        <a:buNone/>
        <a:defRPr sz="3200" b="0" i="0" kern="1200">
          <a:solidFill>
            <a:schemeClr val="tx1"/>
          </a:solidFill>
          <a:latin typeface="方正兰亭圆简体_准" panose="02000000000000000000" charset="-122"/>
          <a:ea typeface="方正兰亭圆简体_准" panose="02000000000000000000" charset="-122"/>
          <a:cs typeface="+mn-cs"/>
        </a:defRPr>
      </a:lvl1pPr>
      <a:lvl2pPr marL="457200" indent="0" algn="l" defTabSz="457200" rtl="0" eaLnBrk="1" latinLnBrk="0" hangingPunct="1">
        <a:spcBef>
          <a:spcPct val="20000"/>
        </a:spcBef>
        <a:buFont typeface="Arial" panose="020B0604020202020204"/>
        <a:buNone/>
        <a:defRPr sz="2800" b="0" i="0" kern="1200">
          <a:solidFill>
            <a:schemeClr val="tx1"/>
          </a:solidFill>
          <a:latin typeface="方正兰亭圆简体_准" panose="02000000000000000000" charset="-122"/>
          <a:ea typeface="方正兰亭圆简体_准" panose="02000000000000000000" charset="-122"/>
          <a:cs typeface="+mn-cs"/>
        </a:defRPr>
      </a:lvl2pPr>
      <a:lvl3pPr marL="914400" indent="0" algn="l" defTabSz="457200" rtl="0" eaLnBrk="1" latinLnBrk="0" hangingPunct="1">
        <a:spcBef>
          <a:spcPct val="20000"/>
        </a:spcBef>
        <a:buFont typeface="Arial" panose="020B0604020202020204"/>
        <a:buNone/>
        <a:defRPr sz="2400" b="0" i="0" kern="1200">
          <a:solidFill>
            <a:schemeClr val="tx1"/>
          </a:solidFill>
          <a:latin typeface="方正兰亭圆简体_准" panose="02000000000000000000" charset="-122"/>
          <a:ea typeface="方正兰亭圆简体_准" panose="02000000000000000000" charset="-122"/>
          <a:cs typeface="+mn-cs"/>
        </a:defRPr>
      </a:lvl3pPr>
      <a:lvl4pPr marL="1371600" indent="0" algn="l" defTabSz="457200" rtl="0" eaLnBrk="1" latinLnBrk="0" hangingPunct="1">
        <a:spcBef>
          <a:spcPct val="20000"/>
        </a:spcBef>
        <a:buFont typeface="Arial" panose="020B0604020202020204"/>
        <a:buNone/>
        <a:defRPr sz="2000" b="0" i="0" kern="1200">
          <a:solidFill>
            <a:schemeClr val="tx1"/>
          </a:solidFill>
          <a:latin typeface="方正兰亭圆简体_准" panose="02000000000000000000" charset="-122"/>
          <a:ea typeface="方正兰亭圆简体_准" panose="02000000000000000000" charset="-122"/>
          <a:cs typeface="+mn-cs"/>
        </a:defRPr>
      </a:lvl4pPr>
      <a:lvl5pPr marL="1828800" indent="0" algn="l" defTabSz="457200" rtl="0" eaLnBrk="1" latinLnBrk="0" hangingPunct="1">
        <a:spcBef>
          <a:spcPct val="20000"/>
        </a:spcBef>
        <a:buFont typeface="Arial" panose="020B0604020202020204"/>
        <a:buNone/>
        <a:defRPr sz="2000" b="0" i="0" kern="1200">
          <a:solidFill>
            <a:schemeClr val="tx1"/>
          </a:solidFill>
          <a:latin typeface="方正兰亭圆简体_准" panose="02000000000000000000" charset="-122"/>
          <a:ea typeface="方正兰亭圆简体_准" panose="02000000000000000000" charset="-122"/>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6375"/>
            <a:ext cx="8229600" cy="857250"/>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457200" y="1200150"/>
            <a:ext cx="8229600" cy="3394075"/>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457200" y="4767263"/>
            <a:ext cx="21336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kumimoji="1" lang="zh-CN" altLang="en-US"/>
          </a:p>
        </p:txBody>
      </p:sp>
      <p:sp>
        <p:nvSpPr>
          <p:cNvPr id="5" name="页脚占位符 4"/>
          <p:cNvSpPr>
            <a:spLocks noGrp="1"/>
          </p:cNvSpPr>
          <p:nvPr>
            <p:ph type="ftr" sz="quarter" idx="3"/>
          </p:nvPr>
        </p:nvSpPr>
        <p:spPr>
          <a:xfrm>
            <a:off x="3124200" y="4767263"/>
            <a:ext cx="28956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幻灯片编号占位符 5"/>
          <p:cNvSpPr>
            <a:spLocks noGrp="1"/>
          </p:cNvSpPr>
          <p:nvPr>
            <p:ph type="sldNum" sz="quarter" idx="4"/>
          </p:nvPr>
        </p:nvSpPr>
        <p:spPr>
          <a:xfrm>
            <a:off x="6553200" y="4767263"/>
            <a:ext cx="21336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063C8DC4-18BC-0D4D-A11F-7E4BCE236F69}"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400" b="1" dirty="0">
                <a:latin typeface="Times New Roman" charset="0"/>
              </a:rPr>
              <a:t>数字系统设计</a:t>
            </a:r>
            <a:endParaRPr kumimoji="1" lang="zh-CN" altLang="en-US" dirty="0"/>
          </a:p>
        </p:txBody>
      </p:sp>
      <p:pic>
        <p:nvPicPr>
          <p:cNvPr id="4" name="图片 3" descr="f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57678" y="841204"/>
            <a:ext cx="4322834" cy="4322834"/>
          </a:xfrm>
          <a:prstGeom prst="rect">
            <a:avLst/>
          </a:prstGeom>
        </p:spPr>
      </p:pic>
      <p:sp>
        <p:nvSpPr>
          <p:cNvPr id="5" name="文本占位符 2">
            <a:extLst>
              <a:ext uri="{FF2B5EF4-FFF2-40B4-BE49-F238E27FC236}">
                <a16:creationId xmlns:a16="http://schemas.microsoft.com/office/drawing/2014/main" id="{BE060671-8739-1F48-9C97-E9D0B6C9EB19}"/>
              </a:ext>
            </a:extLst>
          </p:cNvPr>
          <p:cNvSpPr txBox="1">
            <a:spLocks/>
          </p:cNvSpPr>
          <p:nvPr/>
        </p:nvSpPr>
        <p:spPr>
          <a:xfrm>
            <a:off x="400000" y="3615866"/>
            <a:ext cx="7772400" cy="648072"/>
          </a:xfrm>
          <a:prstGeom prst="rect">
            <a:avLst/>
          </a:prstGeom>
        </p:spPr>
        <p:txBody>
          <a:bodyPr vert="horz" lIns="0" tIns="0" rIns="0" bIns="0" rtlCol="0" anchor="t" anchorCtr="0">
            <a:noAutofit/>
          </a:bodyPr>
          <a:lstStyle>
            <a:lvl1pPr marL="0" indent="0" algn="l" defTabSz="457200" rtl="0" eaLnBrk="1" latinLnBrk="0" hangingPunct="1">
              <a:spcBef>
                <a:spcPct val="20000"/>
              </a:spcBef>
              <a:buFont typeface="Arial" panose="020B0604020202020204"/>
              <a:buNone/>
              <a:defRPr sz="2700" b="0" i="0" kern="1200" baseline="0">
                <a:solidFill>
                  <a:srgbClr val="1190FF"/>
                </a:solidFill>
                <a:latin typeface="方正兰亭圆简体_准" panose="02000000000000000000" charset="-122"/>
                <a:ea typeface="方正兰亭圆简体_准" panose="02000000000000000000" charset="-122"/>
                <a:cs typeface="FZLanTingHei-R-GBK" panose="02000000000000000000" pitchFamily="2" charset="-122"/>
              </a:defRPr>
            </a:lvl1pPr>
            <a:lvl2pPr marL="457200" indent="0" algn="l" defTabSz="457200" rtl="0" eaLnBrk="1" latinLnBrk="0" hangingPunct="1">
              <a:spcBef>
                <a:spcPct val="20000"/>
              </a:spcBef>
              <a:buFont typeface="Arial" panose="020B0604020202020204"/>
              <a:buNone/>
              <a:defRPr sz="1800" b="0" i="0" kern="1200">
                <a:solidFill>
                  <a:schemeClr val="tx1">
                    <a:tint val="75000"/>
                  </a:schemeClr>
                </a:solidFill>
                <a:latin typeface="方正兰亭圆简体_准" panose="02000000000000000000" charset="-122"/>
                <a:ea typeface="方正兰亭圆简体_准" panose="02000000000000000000" charset="-122"/>
                <a:cs typeface="+mn-cs"/>
              </a:defRPr>
            </a:lvl2pPr>
            <a:lvl3pPr marL="914400" indent="0" algn="l" defTabSz="457200" rtl="0" eaLnBrk="1" latinLnBrk="0" hangingPunct="1">
              <a:spcBef>
                <a:spcPct val="20000"/>
              </a:spcBef>
              <a:buFont typeface="Arial" panose="020B0604020202020204"/>
              <a:buNone/>
              <a:defRPr sz="1600" b="0" i="0" kern="1200">
                <a:solidFill>
                  <a:schemeClr val="tx1">
                    <a:tint val="75000"/>
                  </a:schemeClr>
                </a:solidFill>
                <a:latin typeface="方正兰亭圆简体_准" panose="02000000000000000000" charset="-122"/>
                <a:ea typeface="方正兰亭圆简体_准" panose="02000000000000000000" charset="-122"/>
                <a:cs typeface="+mn-cs"/>
              </a:defRPr>
            </a:lvl3pPr>
            <a:lvl4pPr marL="1371600" indent="0" algn="l" defTabSz="457200" rtl="0" eaLnBrk="1" latinLnBrk="0" hangingPunct="1">
              <a:spcBef>
                <a:spcPct val="20000"/>
              </a:spcBef>
              <a:buFont typeface="Arial" panose="020B0604020202020204"/>
              <a:buNone/>
              <a:defRPr sz="1400" b="0" i="0" kern="1200">
                <a:solidFill>
                  <a:schemeClr val="tx1">
                    <a:tint val="75000"/>
                  </a:schemeClr>
                </a:solidFill>
                <a:latin typeface="方正兰亭圆简体_准" panose="02000000000000000000" charset="-122"/>
                <a:ea typeface="方正兰亭圆简体_准" panose="02000000000000000000" charset="-122"/>
                <a:cs typeface="+mn-cs"/>
              </a:defRPr>
            </a:lvl4pPr>
            <a:lvl5pPr marL="1828800" indent="0" algn="l" defTabSz="457200" rtl="0" eaLnBrk="1" latinLnBrk="0" hangingPunct="1">
              <a:spcBef>
                <a:spcPct val="20000"/>
              </a:spcBef>
              <a:buFont typeface="Arial" panose="020B0604020202020204"/>
              <a:buNone/>
              <a:defRPr sz="1400" b="0" i="0" kern="1200">
                <a:solidFill>
                  <a:schemeClr val="tx1">
                    <a:tint val="75000"/>
                  </a:schemeClr>
                </a:solidFill>
                <a:latin typeface="方正兰亭圆简体_准" panose="02000000000000000000" charset="-122"/>
                <a:ea typeface="方正兰亭圆简体_准" panose="02000000000000000000" charset="-122"/>
                <a:cs typeface="+mn-cs"/>
              </a:defRPr>
            </a:lvl5pPr>
            <a:lvl6pPr marL="2286000" indent="0" algn="l" defTabSz="457200" rtl="0" eaLnBrk="1" latinLnBrk="0" hangingPunct="1">
              <a:spcBef>
                <a:spcPct val="20000"/>
              </a:spcBef>
              <a:buFont typeface="Arial" panose="020B0604020202020204"/>
              <a:buNone/>
              <a:defRPr sz="1400" kern="1200">
                <a:solidFill>
                  <a:schemeClr val="tx1">
                    <a:tint val="75000"/>
                  </a:schemeClr>
                </a:solidFill>
                <a:latin typeface="+mn-lt"/>
                <a:ea typeface="+mn-ea"/>
                <a:cs typeface="+mn-cs"/>
              </a:defRPr>
            </a:lvl6pPr>
            <a:lvl7pPr marL="2743200" indent="0" algn="l" defTabSz="457200" rtl="0" eaLnBrk="1" latinLnBrk="0" hangingPunct="1">
              <a:spcBef>
                <a:spcPct val="20000"/>
              </a:spcBef>
              <a:buFont typeface="Arial" panose="020B0604020202020204"/>
              <a:buNone/>
              <a:defRPr sz="1400" kern="1200">
                <a:solidFill>
                  <a:schemeClr val="tx1">
                    <a:tint val="75000"/>
                  </a:schemeClr>
                </a:solidFill>
                <a:latin typeface="+mn-lt"/>
                <a:ea typeface="+mn-ea"/>
                <a:cs typeface="+mn-cs"/>
              </a:defRPr>
            </a:lvl7pPr>
            <a:lvl8pPr marL="3200400" indent="0" algn="l" defTabSz="457200" rtl="0" eaLnBrk="1" latinLnBrk="0" hangingPunct="1">
              <a:spcBef>
                <a:spcPct val="20000"/>
              </a:spcBef>
              <a:buFont typeface="Arial" panose="020B0604020202020204"/>
              <a:buNone/>
              <a:defRPr sz="1400" kern="1200">
                <a:solidFill>
                  <a:schemeClr val="tx1">
                    <a:tint val="75000"/>
                  </a:schemeClr>
                </a:solidFill>
                <a:latin typeface="+mn-lt"/>
                <a:ea typeface="+mn-ea"/>
                <a:cs typeface="+mn-cs"/>
              </a:defRPr>
            </a:lvl8pPr>
            <a:lvl9pPr marL="3657600" indent="0" algn="l" defTabSz="457200" rtl="0" eaLnBrk="1" latinLnBrk="0" hangingPunct="1">
              <a:spcBef>
                <a:spcPct val="20000"/>
              </a:spcBef>
              <a:buFont typeface="Arial" panose="020B0604020202020204"/>
              <a:buNone/>
              <a:defRPr sz="1400" kern="1200">
                <a:solidFill>
                  <a:schemeClr val="tx1">
                    <a:tint val="75000"/>
                  </a:schemeClr>
                </a:solidFill>
                <a:latin typeface="+mn-lt"/>
                <a:ea typeface="+mn-ea"/>
                <a:cs typeface="+mn-cs"/>
              </a:defRPr>
            </a:lvl9pPr>
          </a:lstStyle>
          <a:p>
            <a:r>
              <a:rPr kumimoji="1" lang="zh-CN" altLang="en-US" sz="2400" dirty="0">
                <a:solidFill>
                  <a:schemeClr val="bg1"/>
                </a:solidFill>
                <a:latin typeface="Microsoft YaHei" panose="020B0503020204020204" pitchFamily="34" charset="-122"/>
                <a:ea typeface="Microsoft YaHei" panose="020B0503020204020204" pitchFamily="34" charset="-122"/>
              </a:rPr>
              <a:t>贾弘洋 </a:t>
            </a:r>
            <a:r>
              <a:rPr kumimoji="1" lang="en-US" altLang="zh-CN" sz="2400" dirty="0">
                <a:solidFill>
                  <a:schemeClr val="bg1"/>
                </a:solidFill>
                <a:latin typeface="Microsoft YaHei" panose="020B0503020204020204" pitchFamily="34" charset="-122"/>
                <a:ea typeface="Microsoft YaHei" panose="020B0503020204020204" pitchFamily="34" charset="-122"/>
              </a:rPr>
              <a:t>&amp; </a:t>
            </a:r>
            <a:r>
              <a:rPr kumimoji="1" lang="zh-CN" altLang="en-US" sz="2400" dirty="0">
                <a:solidFill>
                  <a:schemeClr val="bg1"/>
                </a:solidFill>
                <a:latin typeface="Microsoft YaHei" panose="020B0503020204020204" pitchFamily="34" charset="-122"/>
                <a:ea typeface="Microsoft YaHei" panose="020B0503020204020204" pitchFamily="34" charset="-122"/>
              </a:rPr>
              <a:t>刘勇攀</a:t>
            </a:r>
            <a:endParaRPr kumimoji="1" lang="en-US" altLang="zh-CN" sz="2400" dirty="0">
              <a:solidFill>
                <a:schemeClr val="bg1"/>
              </a:solidFill>
              <a:latin typeface="Microsoft YaHei" panose="020B0503020204020204" pitchFamily="34" charset="-122"/>
              <a:ea typeface="Microsoft YaHei" panose="020B0503020204020204" pitchFamily="34" charset="-122"/>
            </a:endParaRPr>
          </a:p>
          <a:p>
            <a:r>
              <a:rPr kumimoji="1" lang="en-US" altLang="zh-CN" sz="2400" dirty="0">
                <a:solidFill>
                  <a:schemeClr val="bg1"/>
                </a:solidFill>
                <a:latin typeface="Microsoft YaHei" panose="020B0503020204020204" pitchFamily="34" charset="-122"/>
                <a:ea typeface="Microsoft YaHei" panose="020B0503020204020204" pitchFamily="34" charset="-122"/>
              </a:rPr>
              <a:t>2025/05/25</a:t>
            </a:r>
            <a:endParaRPr kumimoji="1" lang="zh-CN" altLang="en-US" sz="2400" dirty="0">
              <a:solidFill>
                <a:schemeClr val="bg1"/>
              </a:solidFill>
              <a:latin typeface="Microsoft YaHei" panose="020B0503020204020204" pitchFamily="34" charset="-122"/>
              <a:ea typeface="Microsoft YaHei" panose="020B0503020204020204" pitchFamily="34" charset="-122"/>
            </a:endParaRPr>
          </a:p>
        </p:txBody>
      </p:sp>
      <p:sp>
        <p:nvSpPr>
          <p:cNvPr id="3" name="文本占位符 2"/>
          <p:cNvSpPr>
            <a:spLocks noGrp="1"/>
          </p:cNvSpPr>
          <p:nvPr>
            <p:ph type="body" idx="1"/>
          </p:nvPr>
        </p:nvSpPr>
        <p:spPr/>
        <p:txBody>
          <a:bodyPr/>
          <a:lstStyle/>
          <a:p>
            <a:r>
              <a:rPr kumimoji="1" lang="en-US" altLang="zh-CN" b="1" dirty="0">
                <a:solidFill>
                  <a:srgbClr val="FFFF00"/>
                </a:solidFill>
                <a:latin typeface="Microsoft YaHei" panose="020B0503020204020204" pitchFamily="34" charset="-122"/>
                <a:ea typeface="Microsoft YaHei" panose="020B0503020204020204" pitchFamily="34" charset="-122"/>
              </a:rPr>
              <a:t>14-</a:t>
            </a:r>
            <a:r>
              <a:rPr kumimoji="1" lang="zh-CN" altLang="en-US" b="1" dirty="0">
                <a:solidFill>
                  <a:srgbClr val="FFFF00"/>
                </a:solidFill>
                <a:latin typeface="Microsoft YaHei" panose="020B0503020204020204" pitchFamily="34" charset="-122"/>
                <a:ea typeface="Microsoft YaHei" panose="020B0503020204020204" pitchFamily="34" charset="-122"/>
              </a:rPr>
              <a:t>端到端部署、处理器级并行（</a:t>
            </a:r>
            <a:r>
              <a:rPr kumimoji="1" lang="en-US" altLang="zh-CN" b="1" dirty="0">
                <a:solidFill>
                  <a:srgbClr val="FFFF00"/>
                </a:solidFill>
                <a:latin typeface="Microsoft YaHei" panose="020B0503020204020204" pitchFamily="34" charset="-122"/>
                <a:ea typeface="Microsoft YaHei" panose="020B0503020204020204" pitchFamily="34" charset="-122"/>
              </a:rPr>
              <a:t>ALP</a:t>
            </a:r>
            <a:r>
              <a:rPr kumimoji="1" lang="zh-CN" altLang="en-US" b="1" dirty="0">
                <a:solidFill>
                  <a:srgbClr val="FFFF00"/>
                </a:solidFill>
                <a:latin typeface="Microsoft YaHei" panose="020B0503020204020204" pitchFamily="34" charset="-122"/>
                <a:ea typeface="Microsoft YaHei" panose="020B0503020204020204" pitchFamily="34" charset="-122"/>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Review</a:t>
            </a:r>
            <a:endParaRPr kumimoji="1" lang="zh-CN" altLang="en-US" dirty="0"/>
          </a:p>
        </p:txBody>
      </p:sp>
      <p:cxnSp>
        <p:nvCxnSpPr>
          <p:cNvPr id="4" name="直线连接符 3"/>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sp>
        <p:nvSpPr>
          <p:cNvPr id="6" name="文本框 3">
            <a:extLst>
              <a:ext uri="{FF2B5EF4-FFF2-40B4-BE49-F238E27FC236}">
                <a16:creationId xmlns:a16="http://schemas.microsoft.com/office/drawing/2014/main" id="{90177148-93FD-4063-8E2C-0BD308B697F6}"/>
              </a:ext>
            </a:extLst>
          </p:cNvPr>
          <p:cNvSpPr txBox="1"/>
          <p:nvPr/>
        </p:nvSpPr>
        <p:spPr>
          <a:xfrm>
            <a:off x="622176" y="884470"/>
            <a:ext cx="8054280" cy="3372846"/>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Introduction: </a:t>
            </a:r>
            <a:r>
              <a:rPr lang="en-US" altLang="zh-CN" sz="1600" b="1" dirty="0">
                <a:solidFill>
                  <a:srgbClr val="FF0000"/>
                </a:solidFill>
                <a:latin typeface="微软雅黑" panose="020B0503020204020204" pitchFamily="34" charset="-122"/>
                <a:ea typeface="微软雅黑" panose="020B0503020204020204" pitchFamily="34" charset="-122"/>
              </a:rPr>
              <a:t>CIM to break the memory wall</a:t>
            </a:r>
          </a:p>
          <a:p>
            <a:pPr marL="342900"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Memory devices and computational primitives</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Charge-based memory devices: </a:t>
            </a:r>
            <a:r>
              <a:rPr lang="en-US" altLang="zh-CN" sz="1600" b="1" dirty="0">
                <a:solidFill>
                  <a:srgbClr val="FF0000"/>
                </a:solidFill>
                <a:latin typeface="微软雅黑" panose="020B0503020204020204" pitchFamily="34" charset="-122"/>
                <a:ea typeface="微软雅黑" panose="020B0503020204020204" pitchFamily="34" charset="-122"/>
              </a:rPr>
              <a:t>SRAM, DRAM, Flash</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Resistance-based memory devices: </a:t>
            </a:r>
            <a:r>
              <a:rPr lang="en-US" altLang="zh-CN" sz="1600" b="1" dirty="0">
                <a:solidFill>
                  <a:srgbClr val="FF0000"/>
                </a:solidFill>
                <a:latin typeface="微软雅黑" panose="020B0503020204020204" pitchFamily="34" charset="-122"/>
                <a:ea typeface="微软雅黑" panose="020B0503020204020204" pitchFamily="34" charset="-122"/>
              </a:rPr>
              <a:t>ReRAM, PCM, STT-MRAM</a:t>
            </a:r>
          </a:p>
          <a:p>
            <a:pPr marL="342900"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SRAM-based CIM: from device to architecture</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3 SRAM CIM primitives: </a:t>
            </a:r>
            <a:r>
              <a:rPr lang="en-US" altLang="zh-CN" sz="1600" b="1" dirty="0">
                <a:solidFill>
                  <a:srgbClr val="FF0000"/>
                </a:solidFill>
                <a:latin typeface="微软雅黑" panose="020B0503020204020204" pitchFamily="34" charset="-122"/>
                <a:ea typeface="微软雅黑" panose="020B0503020204020204" pitchFamily="34" charset="-122"/>
              </a:rPr>
              <a:t>current, charge, digital</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Toward efficient MVM mapping to CIM array: </a:t>
            </a:r>
            <a:r>
              <a:rPr lang="en-US" altLang="zh-CN" sz="1600" b="1" dirty="0">
                <a:solidFill>
                  <a:srgbClr val="FF0000"/>
                </a:solidFill>
                <a:latin typeface="微软雅黑" panose="020B0503020204020204" pitchFamily="34" charset="-122"/>
                <a:ea typeface="微软雅黑" panose="020B0503020204020204" pitchFamily="34" charset="-122"/>
              </a:rPr>
              <a:t>OS, matrix mapping</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Sparsity in CIM: </a:t>
            </a:r>
            <a:r>
              <a:rPr lang="en-US" altLang="zh-CN" sz="1600" b="1" dirty="0">
                <a:solidFill>
                  <a:srgbClr val="FF0000"/>
                </a:solidFill>
                <a:latin typeface="微软雅黑" panose="020B0503020204020204" pitchFamily="34" charset="-122"/>
                <a:ea typeface="微软雅黑" panose="020B0503020204020204" pitchFamily="34" charset="-122"/>
              </a:rPr>
              <a:t>structural sparsity for CIM</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Challenges and Trade-offs in CIM: </a:t>
            </a:r>
            <a:r>
              <a:rPr lang="en-US" altLang="zh-CN" sz="1600" b="1" dirty="0">
                <a:solidFill>
                  <a:srgbClr val="FF0000"/>
                </a:solidFill>
                <a:latin typeface="微软雅黑" panose="020B0503020204020204" pitchFamily="34" charset="-122"/>
                <a:ea typeface="微软雅黑" panose="020B0503020204020204" pitchFamily="34" charset="-122"/>
              </a:rPr>
              <a:t>CIM macro portion, accuracy, etc.</a:t>
            </a:r>
          </a:p>
        </p:txBody>
      </p:sp>
    </p:spTree>
    <p:extLst>
      <p:ext uri="{BB962C8B-B14F-4D97-AF65-F5344CB8AC3E}">
        <p14:creationId xmlns:p14="http://schemas.microsoft.com/office/powerpoint/2010/main" val="36949292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kumimoji="1" lang="en-US" altLang="zh-CN" dirty="0"/>
              <a:t>Compute in Memory (CIM)</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D05FBBA5-733D-4D5C-87A4-8226DD1EF666}"/>
              </a:ext>
            </a:extLst>
          </p:cNvPr>
          <p:cNvPicPr>
            <a:picLocks noChangeAspect="1"/>
          </p:cNvPicPr>
          <p:nvPr/>
        </p:nvPicPr>
        <p:blipFill>
          <a:blip r:embed="rId3"/>
          <a:stretch>
            <a:fillRect/>
          </a:stretch>
        </p:blipFill>
        <p:spPr>
          <a:xfrm>
            <a:off x="444687" y="881020"/>
            <a:ext cx="8244408" cy="3737977"/>
          </a:xfrm>
          <a:prstGeom prst="rect">
            <a:avLst/>
          </a:prstGeom>
        </p:spPr>
      </p:pic>
    </p:spTree>
    <p:extLst>
      <p:ext uri="{BB962C8B-B14F-4D97-AF65-F5344CB8AC3E}">
        <p14:creationId xmlns:p14="http://schemas.microsoft.com/office/powerpoint/2010/main" val="359224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kumimoji="1" lang="en-US" altLang="zh-CN" dirty="0"/>
              <a:t>Charge-Based Memory Devices</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F0F68A35-E873-4F37-84E1-E30095968C98}"/>
              </a:ext>
            </a:extLst>
          </p:cNvPr>
          <p:cNvPicPr>
            <a:picLocks noChangeAspect="1"/>
          </p:cNvPicPr>
          <p:nvPr/>
        </p:nvPicPr>
        <p:blipFill>
          <a:blip r:embed="rId3"/>
          <a:stretch>
            <a:fillRect/>
          </a:stretch>
        </p:blipFill>
        <p:spPr>
          <a:xfrm>
            <a:off x="701824" y="958731"/>
            <a:ext cx="7740352" cy="3867703"/>
          </a:xfrm>
          <a:prstGeom prst="rect">
            <a:avLst/>
          </a:prstGeom>
        </p:spPr>
      </p:pic>
    </p:spTree>
    <p:extLst>
      <p:ext uri="{BB962C8B-B14F-4D97-AF65-F5344CB8AC3E}">
        <p14:creationId xmlns:p14="http://schemas.microsoft.com/office/powerpoint/2010/main" val="4843919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kumimoji="1" lang="en-US" altLang="zh-CN" dirty="0"/>
              <a:t>Resistance-Based Memory Devices</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2E688836-F957-4640-91A2-39E23A27D649}"/>
              </a:ext>
            </a:extLst>
          </p:cNvPr>
          <p:cNvPicPr>
            <a:picLocks noChangeAspect="1"/>
          </p:cNvPicPr>
          <p:nvPr/>
        </p:nvPicPr>
        <p:blipFill>
          <a:blip r:embed="rId3"/>
          <a:stretch>
            <a:fillRect/>
          </a:stretch>
        </p:blipFill>
        <p:spPr>
          <a:xfrm>
            <a:off x="933311" y="843558"/>
            <a:ext cx="7277378" cy="4067682"/>
          </a:xfrm>
          <a:prstGeom prst="rect">
            <a:avLst/>
          </a:prstGeom>
        </p:spPr>
      </p:pic>
    </p:spTree>
    <p:extLst>
      <p:ext uri="{BB962C8B-B14F-4D97-AF65-F5344CB8AC3E}">
        <p14:creationId xmlns:p14="http://schemas.microsoft.com/office/powerpoint/2010/main" val="25621578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kumimoji="1" lang="en-US" altLang="zh-CN" dirty="0"/>
              <a:t>Three Types of SRAM-based CIM</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4FABB489-2446-4527-92D7-25D0D3CDAAC7}"/>
              </a:ext>
            </a:extLst>
          </p:cNvPr>
          <p:cNvPicPr>
            <a:picLocks noChangeAspect="1"/>
          </p:cNvPicPr>
          <p:nvPr/>
        </p:nvPicPr>
        <p:blipFill>
          <a:blip r:embed="rId3"/>
          <a:stretch>
            <a:fillRect/>
          </a:stretch>
        </p:blipFill>
        <p:spPr>
          <a:xfrm>
            <a:off x="989856" y="908828"/>
            <a:ext cx="7164288" cy="3884933"/>
          </a:xfrm>
          <a:prstGeom prst="rect">
            <a:avLst/>
          </a:prstGeom>
        </p:spPr>
      </p:pic>
    </p:spTree>
    <p:extLst>
      <p:ext uri="{BB962C8B-B14F-4D97-AF65-F5344CB8AC3E}">
        <p14:creationId xmlns:p14="http://schemas.microsoft.com/office/powerpoint/2010/main" val="34648499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9FE93AF0-7A00-4419-A4A5-6307AF6C4849}"/>
              </a:ext>
            </a:extLst>
          </p:cNvPr>
          <p:cNvPicPr>
            <a:picLocks noChangeAspect="1"/>
          </p:cNvPicPr>
          <p:nvPr/>
        </p:nvPicPr>
        <p:blipFill>
          <a:blip r:embed="rId3"/>
          <a:stretch>
            <a:fillRect/>
          </a:stretch>
        </p:blipFill>
        <p:spPr>
          <a:xfrm>
            <a:off x="398562" y="699542"/>
            <a:ext cx="7977240" cy="4217213"/>
          </a:xfrm>
          <a:prstGeom prst="rect">
            <a:avLst/>
          </a:prstGeom>
        </p:spPr>
      </p:pic>
    </p:spTree>
    <p:extLst>
      <p:ext uri="{BB962C8B-B14F-4D97-AF65-F5344CB8AC3E}">
        <p14:creationId xmlns:p14="http://schemas.microsoft.com/office/powerpoint/2010/main" val="39550102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Outline</a:t>
            </a:r>
            <a:endParaRPr kumimoji="1" lang="zh-CN" altLang="en-US" dirty="0"/>
          </a:p>
        </p:txBody>
      </p:sp>
      <p:cxnSp>
        <p:nvCxnSpPr>
          <p:cNvPr id="4" name="直线连接符 3"/>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sp>
        <p:nvSpPr>
          <p:cNvPr id="6" name="文本框 3">
            <a:extLst>
              <a:ext uri="{FF2B5EF4-FFF2-40B4-BE49-F238E27FC236}">
                <a16:creationId xmlns:a16="http://schemas.microsoft.com/office/drawing/2014/main" id="{90177148-93FD-4063-8E2C-0BD308B697F6}"/>
              </a:ext>
            </a:extLst>
          </p:cNvPr>
          <p:cNvSpPr txBox="1"/>
          <p:nvPr/>
        </p:nvSpPr>
        <p:spPr>
          <a:xfrm>
            <a:off x="622176" y="884470"/>
            <a:ext cx="8054280" cy="3003515"/>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altLang="zh-CN" sz="1600" b="1" dirty="0">
                <a:solidFill>
                  <a:srgbClr val="FF0000"/>
                </a:solidFill>
                <a:latin typeface="微软雅黑" panose="020B0503020204020204" pitchFamily="34" charset="-122"/>
                <a:ea typeface="微软雅黑" panose="020B0503020204020204" pitchFamily="34" charset="-122"/>
              </a:rPr>
              <a:t>End-to-End Deployment</a:t>
            </a:r>
          </a:p>
          <a:p>
            <a:pPr marL="800100" lvl="1" indent="-342900">
              <a:lnSpc>
                <a:spcPct val="150000"/>
              </a:lnSpc>
              <a:buFont typeface="Wingdings" panose="05000000000000000000" pitchFamily="2" charset="2"/>
              <a:buChar char="Ø"/>
            </a:pPr>
            <a:r>
              <a:rPr lang="en-US" altLang="zh-CN" sz="1600" b="1" dirty="0">
                <a:solidFill>
                  <a:srgbClr val="FF0000"/>
                </a:solidFill>
                <a:latin typeface="微软雅黑" panose="020B0503020204020204" pitchFamily="34" charset="-122"/>
                <a:ea typeface="微软雅黑" panose="020B0503020204020204" pitchFamily="34" charset="-122"/>
              </a:rPr>
              <a:t>AI Processing Pipeline</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Practical Constraints: </a:t>
            </a:r>
          </a:p>
          <a:p>
            <a:pPr lvl="1">
              <a:lnSpc>
                <a:spcPct val="150000"/>
              </a:lnSpc>
            </a:pPr>
            <a:r>
              <a:rPr lang="en-US" altLang="zh-CN" sz="1600" b="1" dirty="0">
                <a:latin typeface="微软雅黑" panose="020B0503020204020204" pitchFamily="34" charset="-122"/>
                <a:ea typeface="微软雅黑" panose="020B0503020204020204" pitchFamily="34" charset="-122"/>
              </a:rPr>
              <a:t>      Thermal, Performance Variability, Interference</a:t>
            </a:r>
          </a:p>
          <a:p>
            <a:pPr marL="342900"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Accelerator-Level Parallelism (ALP)</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X-level Parallelism</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ALP in Mobile SoC</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Open Challenges</a:t>
            </a:r>
          </a:p>
        </p:txBody>
      </p:sp>
    </p:spTree>
    <p:extLst>
      <p:ext uri="{BB962C8B-B14F-4D97-AF65-F5344CB8AC3E}">
        <p14:creationId xmlns:p14="http://schemas.microsoft.com/office/powerpoint/2010/main" val="17286126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fontScale="90000"/>
          </a:bodyPr>
          <a:lstStyle/>
          <a:p>
            <a:r>
              <a:rPr kumimoji="1" lang="en-US" altLang="zh-CN" dirty="0"/>
              <a:t>Holistic View of the ML Processing Pipeline</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20013C76-2F8F-4DD2-91C2-D4698D654CA4}"/>
              </a:ext>
            </a:extLst>
          </p:cNvPr>
          <p:cNvPicPr>
            <a:picLocks noChangeAspect="1"/>
          </p:cNvPicPr>
          <p:nvPr/>
        </p:nvPicPr>
        <p:blipFill>
          <a:blip r:embed="rId3"/>
          <a:stretch>
            <a:fillRect/>
          </a:stretch>
        </p:blipFill>
        <p:spPr>
          <a:xfrm>
            <a:off x="184202" y="908828"/>
            <a:ext cx="8460432" cy="3759562"/>
          </a:xfrm>
          <a:prstGeom prst="rect">
            <a:avLst/>
          </a:prstGeom>
        </p:spPr>
      </p:pic>
    </p:spTree>
    <p:extLst>
      <p:ext uri="{BB962C8B-B14F-4D97-AF65-F5344CB8AC3E}">
        <p14:creationId xmlns:p14="http://schemas.microsoft.com/office/powerpoint/2010/main" val="1951485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kumimoji="1" lang="en-US" altLang="zh-CN" dirty="0"/>
              <a:t>Data Infeed for TPUs</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8DF65046-9216-4E0A-AC12-C3CDBC575122}"/>
              </a:ext>
            </a:extLst>
          </p:cNvPr>
          <p:cNvPicPr>
            <a:picLocks noChangeAspect="1"/>
          </p:cNvPicPr>
          <p:nvPr/>
        </p:nvPicPr>
        <p:blipFill>
          <a:blip r:embed="rId3"/>
          <a:stretch>
            <a:fillRect/>
          </a:stretch>
        </p:blipFill>
        <p:spPr>
          <a:xfrm>
            <a:off x="475386" y="908828"/>
            <a:ext cx="8193228" cy="3528392"/>
          </a:xfrm>
          <a:prstGeom prst="rect">
            <a:avLst/>
          </a:prstGeom>
        </p:spPr>
      </p:pic>
    </p:spTree>
    <p:extLst>
      <p:ext uri="{BB962C8B-B14F-4D97-AF65-F5344CB8AC3E}">
        <p14:creationId xmlns:p14="http://schemas.microsoft.com/office/powerpoint/2010/main" val="5382891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kumimoji="1" lang="en-US" altLang="zh-CN" dirty="0"/>
              <a:t>Example: A Face Recognition Pipeline</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6DED5293-DAF5-47AA-A634-C725F84FAAD8}"/>
              </a:ext>
            </a:extLst>
          </p:cNvPr>
          <p:cNvPicPr>
            <a:picLocks noChangeAspect="1"/>
          </p:cNvPicPr>
          <p:nvPr/>
        </p:nvPicPr>
        <p:blipFill>
          <a:blip r:embed="rId3"/>
          <a:stretch>
            <a:fillRect/>
          </a:stretch>
        </p:blipFill>
        <p:spPr>
          <a:xfrm>
            <a:off x="313587" y="990312"/>
            <a:ext cx="8388424" cy="3741678"/>
          </a:xfrm>
          <a:prstGeom prst="rect">
            <a:avLst/>
          </a:prstGeom>
        </p:spPr>
      </p:pic>
      <p:sp>
        <p:nvSpPr>
          <p:cNvPr id="6" name="矩形 5">
            <a:extLst>
              <a:ext uri="{FF2B5EF4-FFF2-40B4-BE49-F238E27FC236}">
                <a16:creationId xmlns:a16="http://schemas.microsoft.com/office/drawing/2014/main" id="{9C08D658-FC7B-43E4-9387-8A647C01C581}"/>
              </a:ext>
            </a:extLst>
          </p:cNvPr>
          <p:cNvSpPr/>
          <p:nvPr/>
        </p:nvSpPr>
        <p:spPr>
          <a:xfrm>
            <a:off x="179512" y="4371950"/>
            <a:ext cx="936104" cy="50405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821412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kumimoji="1" lang="en-US" altLang="zh-CN" dirty="0"/>
              <a:t>Example: A Face Recognition Pipeline</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3E49861D-4678-4479-8BC4-85DB2954793E}"/>
              </a:ext>
            </a:extLst>
          </p:cNvPr>
          <p:cNvPicPr>
            <a:picLocks noChangeAspect="1"/>
          </p:cNvPicPr>
          <p:nvPr/>
        </p:nvPicPr>
        <p:blipFill>
          <a:blip r:embed="rId3"/>
          <a:stretch>
            <a:fillRect/>
          </a:stretch>
        </p:blipFill>
        <p:spPr>
          <a:xfrm>
            <a:off x="197768" y="908828"/>
            <a:ext cx="8748464" cy="3705829"/>
          </a:xfrm>
          <a:prstGeom prst="rect">
            <a:avLst/>
          </a:prstGeom>
        </p:spPr>
      </p:pic>
    </p:spTree>
    <p:extLst>
      <p:ext uri="{BB962C8B-B14F-4D97-AF65-F5344CB8AC3E}">
        <p14:creationId xmlns:p14="http://schemas.microsoft.com/office/powerpoint/2010/main" val="32524254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kumimoji="1" lang="en-US" altLang="zh-CN" dirty="0"/>
              <a:t>Example: A Face Recognition Pipeline</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7BEEBD00-3673-4238-BCF4-780F426189A6}"/>
              </a:ext>
            </a:extLst>
          </p:cNvPr>
          <p:cNvPicPr>
            <a:picLocks noChangeAspect="1"/>
          </p:cNvPicPr>
          <p:nvPr/>
        </p:nvPicPr>
        <p:blipFill>
          <a:blip r:embed="rId3"/>
          <a:stretch>
            <a:fillRect/>
          </a:stretch>
        </p:blipFill>
        <p:spPr>
          <a:xfrm>
            <a:off x="341784" y="903878"/>
            <a:ext cx="8460432" cy="3900120"/>
          </a:xfrm>
          <a:prstGeom prst="rect">
            <a:avLst/>
          </a:prstGeom>
        </p:spPr>
      </p:pic>
      <p:sp>
        <p:nvSpPr>
          <p:cNvPr id="3" name="矩形 2">
            <a:extLst>
              <a:ext uri="{FF2B5EF4-FFF2-40B4-BE49-F238E27FC236}">
                <a16:creationId xmlns:a16="http://schemas.microsoft.com/office/drawing/2014/main" id="{5FDDDD8A-E2A8-4E7C-9DDA-93EBFB704486}"/>
              </a:ext>
            </a:extLst>
          </p:cNvPr>
          <p:cNvSpPr/>
          <p:nvPr/>
        </p:nvSpPr>
        <p:spPr>
          <a:xfrm>
            <a:off x="179512" y="4371950"/>
            <a:ext cx="936104" cy="50405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724766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Outline</a:t>
            </a:r>
            <a:endParaRPr kumimoji="1" lang="zh-CN" altLang="en-US" dirty="0"/>
          </a:p>
        </p:txBody>
      </p:sp>
      <p:cxnSp>
        <p:nvCxnSpPr>
          <p:cNvPr id="4" name="直线连接符 3"/>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sp>
        <p:nvSpPr>
          <p:cNvPr id="6" name="文本框 3">
            <a:extLst>
              <a:ext uri="{FF2B5EF4-FFF2-40B4-BE49-F238E27FC236}">
                <a16:creationId xmlns:a16="http://schemas.microsoft.com/office/drawing/2014/main" id="{90177148-93FD-4063-8E2C-0BD308B697F6}"/>
              </a:ext>
            </a:extLst>
          </p:cNvPr>
          <p:cNvSpPr txBox="1"/>
          <p:nvPr/>
        </p:nvSpPr>
        <p:spPr>
          <a:xfrm>
            <a:off x="622176" y="884470"/>
            <a:ext cx="8054280" cy="3003515"/>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altLang="zh-CN" sz="1600" b="1" dirty="0">
                <a:solidFill>
                  <a:srgbClr val="FF0000"/>
                </a:solidFill>
                <a:latin typeface="微软雅黑" panose="020B0503020204020204" pitchFamily="34" charset="-122"/>
                <a:ea typeface="微软雅黑" panose="020B0503020204020204" pitchFamily="34" charset="-122"/>
              </a:rPr>
              <a:t>End-to-End Deployment</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AI Processing Pipeline</a:t>
            </a:r>
          </a:p>
          <a:p>
            <a:pPr marL="800100" lvl="1" indent="-342900">
              <a:lnSpc>
                <a:spcPct val="150000"/>
              </a:lnSpc>
              <a:buFont typeface="Wingdings" panose="05000000000000000000" pitchFamily="2" charset="2"/>
              <a:buChar char="Ø"/>
            </a:pPr>
            <a:r>
              <a:rPr lang="en-US" altLang="zh-CN" sz="1600" b="1" dirty="0">
                <a:solidFill>
                  <a:srgbClr val="FF0000"/>
                </a:solidFill>
                <a:latin typeface="微软雅黑" panose="020B0503020204020204" pitchFamily="34" charset="-122"/>
                <a:ea typeface="微软雅黑" panose="020B0503020204020204" pitchFamily="34" charset="-122"/>
              </a:rPr>
              <a:t>Practical Constraints: </a:t>
            </a:r>
          </a:p>
          <a:p>
            <a:pPr lvl="1">
              <a:lnSpc>
                <a:spcPct val="150000"/>
              </a:lnSpc>
            </a:pPr>
            <a:r>
              <a:rPr lang="en-US" altLang="zh-CN" sz="1600" b="1" dirty="0">
                <a:solidFill>
                  <a:srgbClr val="FF0000"/>
                </a:solidFill>
                <a:latin typeface="微软雅黑" panose="020B0503020204020204" pitchFamily="34" charset="-122"/>
                <a:ea typeface="微软雅黑" panose="020B0503020204020204" pitchFamily="34" charset="-122"/>
              </a:rPr>
              <a:t>      Thermal, Performance Variability, Interference</a:t>
            </a:r>
          </a:p>
          <a:p>
            <a:pPr marL="342900"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Accelerator-Level Parallelism (ALP)</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X-level Parallelism</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ALP in Mobile SoC</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Open Challenges</a:t>
            </a:r>
          </a:p>
        </p:txBody>
      </p:sp>
    </p:spTree>
    <p:extLst>
      <p:ext uri="{BB962C8B-B14F-4D97-AF65-F5344CB8AC3E}">
        <p14:creationId xmlns:p14="http://schemas.microsoft.com/office/powerpoint/2010/main" val="18154352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kumimoji="1" lang="en-US" altLang="zh-CN" dirty="0"/>
              <a:t>Practical Constraints in Deploying DL</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1AC95312-BF82-4BBC-B1B3-2B159A616002}"/>
              </a:ext>
            </a:extLst>
          </p:cNvPr>
          <p:cNvPicPr>
            <a:picLocks noChangeAspect="1"/>
          </p:cNvPicPr>
          <p:nvPr/>
        </p:nvPicPr>
        <p:blipFill>
          <a:blip r:embed="rId3"/>
          <a:stretch>
            <a:fillRect/>
          </a:stretch>
        </p:blipFill>
        <p:spPr>
          <a:xfrm>
            <a:off x="323133" y="908828"/>
            <a:ext cx="8497733" cy="3567469"/>
          </a:xfrm>
          <a:prstGeom prst="rect">
            <a:avLst/>
          </a:prstGeom>
        </p:spPr>
      </p:pic>
      <p:sp>
        <p:nvSpPr>
          <p:cNvPr id="5" name="矩形 4">
            <a:extLst>
              <a:ext uri="{FF2B5EF4-FFF2-40B4-BE49-F238E27FC236}">
                <a16:creationId xmlns:a16="http://schemas.microsoft.com/office/drawing/2014/main" id="{0310440E-E7BE-41AE-AD67-F96B2D8BDD0C}"/>
              </a:ext>
            </a:extLst>
          </p:cNvPr>
          <p:cNvSpPr/>
          <p:nvPr/>
        </p:nvSpPr>
        <p:spPr>
          <a:xfrm>
            <a:off x="179512" y="4371950"/>
            <a:ext cx="936104" cy="50405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8806045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kumimoji="1" lang="en-US" altLang="zh-CN" dirty="0"/>
              <a:t>Practical Constraints in Deploying DL</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5BD8860C-4A60-40F6-AB56-8F5837C38628}"/>
              </a:ext>
            </a:extLst>
          </p:cNvPr>
          <p:cNvPicPr>
            <a:picLocks noChangeAspect="1"/>
          </p:cNvPicPr>
          <p:nvPr/>
        </p:nvPicPr>
        <p:blipFill>
          <a:blip r:embed="rId3"/>
          <a:stretch>
            <a:fillRect/>
          </a:stretch>
        </p:blipFill>
        <p:spPr>
          <a:xfrm>
            <a:off x="449796" y="910222"/>
            <a:ext cx="8244408" cy="3625425"/>
          </a:xfrm>
          <a:prstGeom prst="rect">
            <a:avLst/>
          </a:prstGeom>
        </p:spPr>
      </p:pic>
    </p:spTree>
    <p:extLst>
      <p:ext uri="{BB962C8B-B14F-4D97-AF65-F5344CB8AC3E}">
        <p14:creationId xmlns:p14="http://schemas.microsoft.com/office/powerpoint/2010/main" val="41799069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kumimoji="1" lang="en-US" altLang="zh-CN" dirty="0"/>
              <a:t>Thermal Constraints</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25AEC6FB-1AD3-4F56-A309-16E90CAEDB5F}"/>
              </a:ext>
            </a:extLst>
          </p:cNvPr>
          <p:cNvPicPr>
            <a:picLocks noChangeAspect="1"/>
          </p:cNvPicPr>
          <p:nvPr/>
        </p:nvPicPr>
        <p:blipFill>
          <a:blip r:embed="rId3"/>
          <a:stretch>
            <a:fillRect/>
          </a:stretch>
        </p:blipFill>
        <p:spPr>
          <a:xfrm>
            <a:off x="413792" y="1005675"/>
            <a:ext cx="8316416" cy="3558026"/>
          </a:xfrm>
          <a:prstGeom prst="rect">
            <a:avLst/>
          </a:prstGeom>
        </p:spPr>
      </p:pic>
    </p:spTree>
    <p:extLst>
      <p:ext uri="{BB962C8B-B14F-4D97-AF65-F5344CB8AC3E}">
        <p14:creationId xmlns:p14="http://schemas.microsoft.com/office/powerpoint/2010/main" val="6314146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kumimoji="1" lang="en-US" altLang="zh-CN" dirty="0"/>
              <a:t>Thermal Constraints</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CEAC1FA7-53BB-4F1B-911D-4AE2BA0875C5}"/>
              </a:ext>
            </a:extLst>
          </p:cNvPr>
          <p:cNvPicPr>
            <a:picLocks noChangeAspect="1"/>
          </p:cNvPicPr>
          <p:nvPr/>
        </p:nvPicPr>
        <p:blipFill>
          <a:blip r:embed="rId3"/>
          <a:stretch>
            <a:fillRect/>
          </a:stretch>
        </p:blipFill>
        <p:spPr>
          <a:xfrm>
            <a:off x="430936" y="1095487"/>
            <a:ext cx="7847236" cy="3450521"/>
          </a:xfrm>
          <a:prstGeom prst="rect">
            <a:avLst/>
          </a:prstGeom>
        </p:spPr>
      </p:pic>
    </p:spTree>
    <p:extLst>
      <p:ext uri="{BB962C8B-B14F-4D97-AF65-F5344CB8AC3E}">
        <p14:creationId xmlns:p14="http://schemas.microsoft.com/office/powerpoint/2010/main" val="1078479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kumimoji="1" lang="en-US" altLang="zh-CN" dirty="0"/>
              <a:t>Performance Variability</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89459A66-EE9F-4254-ACEE-7B6D28C44BF8}"/>
              </a:ext>
            </a:extLst>
          </p:cNvPr>
          <p:cNvPicPr>
            <a:picLocks noChangeAspect="1"/>
          </p:cNvPicPr>
          <p:nvPr/>
        </p:nvPicPr>
        <p:blipFill>
          <a:blip r:embed="rId3"/>
          <a:stretch>
            <a:fillRect/>
          </a:stretch>
        </p:blipFill>
        <p:spPr>
          <a:xfrm>
            <a:off x="503548" y="908828"/>
            <a:ext cx="8136904" cy="3594184"/>
          </a:xfrm>
          <a:prstGeom prst="rect">
            <a:avLst/>
          </a:prstGeom>
        </p:spPr>
      </p:pic>
    </p:spTree>
    <p:extLst>
      <p:ext uri="{BB962C8B-B14F-4D97-AF65-F5344CB8AC3E}">
        <p14:creationId xmlns:p14="http://schemas.microsoft.com/office/powerpoint/2010/main" val="37153842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kumimoji="1" lang="en-US" altLang="zh-CN" dirty="0"/>
              <a:t>Interference</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C0302504-A34C-4FA0-90E6-F6FF11BF707D}"/>
              </a:ext>
            </a:extLst>
          </p:cNvPr>
          <p:cNvPicPr>
            <a:picLocks noChangeAspect="1"/>
          </p:cNvPicPr>
          <p:nvPr/>
        </p:nvPicPr>
        <p:blipFill>
          <a:blip r:embed="rId3"/>
          <a:stretch>
            <a:fillRect/>
          </a:stretch>
        </p:blipFill>
        <p:spPr>
          <a:xfrm>
            <a:off x="453773" y="1001985"/>
            <a:ext cx="8236454" cy="3560691"/>
          </a:xfrm>
          <a:prstGeom prst="rect">
            <a:avLst/>
          </a:prstGeom>
        </p:spPr>
      </p:pic>
    </p:spTree>
    <p:extLst>
      <p:ext uri="{BB962C8B-B14F-4D97-AF65-F5344CB8AC3E}">
        <p14:creationId xmlns:p14="http://schemas.microsoft.com/office/powerpoint/2010/main" val="15481112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Outline</a:t>
            </a:r>
            <a:endParaRPr kumimoji="1" lang="zh-CN" altLang="en-US" dirty="0"/>
          </a:p>
        </p:txBody>
      </p:sp>
      <p:cxnSp>
        <p:nvCxnSpPr>
          <p:cNvPr id="4" name="直线连接符 3"/>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sp>
        <p:nvSpPr>
          <p:cNvPr id="6" name="文本框 3">
            <a:extLst>
              <a:ext uri="{FF2B5EF4-FFF2-40B4-BE49-F238E27FC236}">
                <a16:creationId xmlns:a16="http://schemas.microsoft.com/office/drawing/2014/main" id="{90177148-93FD-4063-8E2C-0BD308B697F6}"/>
              </a:ext>
            </a:extLst>
          </p:cNvPr>
          <p:cNvSpPr txBox="1"/>
          <p:nvPr/>
        </p:nvSpPr>
        <p:spPr>
          <a:xfrm>
            <a:off x="622176" y="884470"/>
            <a:ext cx="8054280" cy="3003515"/>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End-to-End Deployment</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AI Processing Pipeline</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Practical Constraints: </a:t>
            </a:r>
          </a:p>
          <a:p>
            <a:pPr lvl="1">
              <a:lnSpc>
                <a:spcPct val="150000"/>
              </a:lnSpc>
            </a:pPr>
            <a:r>
              <a:rPr lang="en-US" altLang="zh-CN" sz="1600" b="1" dirty="0">
                <a:latin typeface="微软雅黑" panose="020B0503020204020204" pitchFamily="34" charset="-122"/>
                <a:ea typeface="微软雅黑" panose="020B0503020204020204" pitchFamily="34" charset="-122"/>
              </a:rPr>
              <a:t>      Thermal, Performance Variability, Interference</a:t>
            </a:r>
          </a:p>
          <a:p>
            <a:pPr marL="342900" indent="-342900">
              <a:lnSpc>
                <a:spcPct val="150000"/>
              </a:lnSpc>
              <a:buFont typeface="Wingdings" panose="05000000000000000000" pitchFamily="2" charset="2"/>
              <a:buChar char="Ø"/>
            </a:pPr>
            <a:r>
              <a:rPr lang="en-US" altLang="zh-CN" sz="1600" b="1" dirty="0">
                <a:solidFill>
                  <a:srgbClr val="FF0000"/>
                </a:solidFill>
                <a:latin typeface="微软雅黑" panose="020B0503020204020204" pitchFamily="34" charset="-122"/>
                <a:ea typeface="微软雅黑" panose="020B0503020204020204" pitchFamily="34" charset="-122"/>
              </a:rPr>
              <a:t>Accelerator-Level Parallelism (ALP)</a:t>
            </a:r>
          </a:p>
          <a:p>
            <a:pPr marL="800100" lvl="1" indent="-342900">
              <a:lnSpc>
                <a:spcPct val="150000"/>
              </a:lnSpc>
              <a:buFont typeface="Wingdings" panose="05000000000000000000" pitchFamily="2" charset="2"/>
              <a:buChar char="Ø"/>
            </a:pPr>
            <a:r>
              <a:rPr lang="en-US" altLang="zh-CN" sz="1600" b="1" dirty="0">
                <a:solidFill>
                  <a:srgbClr val="FF0000"/>
                </a:solidFill>
                <a:latin typeface="微软雅黑" panose="020B0503020204020204" pitchFamily="34" charset="-122"/>
                <a:ea typeface="微软雅黑" panose="020B0503020204020204" pitchFamily="34" charset="-122"/>
              </a:rPr>
              <a:t>X-level Parallelism</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ALP in Mobile SoC</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Open Challenges</a:t>
            </a:r>
          </a:p>
        </p:txBody>
      </p:sp>
    </p:spTree>
    <p:extLst>
      <p:ext uri="{BB962C8B-B14F-4D97-AF65-F5344CB8AC3E}">
        <p14:creationId xmlns:p14="http://schemas.microsoft.com/office/powerpoint/2010/main" val="5296049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kumimoji="1" lang="en-US" altLang="zh-CN" dirty="0"/>
              <a:t>Advances in Processor Performance</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622D290E-42D6-4768-886B-46A31EA8AB82}"/>
              </a:ext>
            </a:extLst>
          </p:cNvPr>
          <p:cNvPicPr>
            <a:picLocks noChangeAspect="1"/>
          </p:cNvPicPr>
          <p:nvPr/>
        </p:nvPicPr>
        <p:blipFill>
          <a:blip r:embed="rId3"/>
          <a:stretch>
            <a:fillRect/>
          </a:stretch>
        </p:blipFill>
        <p:spPr>
          <a:xfrm>
            <a:off x="323528" y="881636"/>
            <a:ext cx="8144389" cy="3791156"/>
          </a:xfrm>
          <a:prstGeom prst="rect">
            <a:avLst/>
          </a:prstGeom>
        </p:spPr>
      </p:pic>
      <p:sp>
        <p:nvSpPr>
          <p:cNvPr id="5" name="矩形 4">
            <a:extLst>
              <a:ext uri="{FF2B5EF4-FFF2-40B4-BE49-F238E27FC236}">
                <a16:creationId xmlns:a16="http://schemas.microsoft.com/office/drawing/2014/main" id="{B624D16B-0B2B-4705-AF22-C544FCC9FB91}"/>
              </a:ext>
            </a:extLst>
          </p:cNvPr>
          <p:cNvSpPr/>
          <p:nvPr/>
        </p:nvSpPr>
        <p:spPr>
          <a:xfrm>
            <a:off x="179512" y="4533968"/>
            <a:ext cx="288032" cy="39604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82999B51-15A1-46F7-A71A-5EAF0CBF78D1}"/>
              </a:ext>
            </a:extLst>
          </p:cNvPr>
          <p:cNvSpPr/>
          <p:nvPr/>
        </p:nvSpPr>
        <p:spPr>
          <a:xfrm>
            <a:off x="388051" y="4640943"/>
            <a:ext cx="288032" cy="32091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071156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kumimoji="1" lang="en-US" altLang="zh-CN" dirty="0"/>
              <a:t>Great Ideas in Computer Architecture</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6" name="Picture 5">
            <a:extLst>
              <a:ext uri="{FF2B5EF4-FFF2-40B4-BE49-F238E27FC236}">
                <a16:creationId xmlns:a16="http://schemas.microsoft.com/office/drawing/2014/main" id="{6035346A-03D0-417F-AD93-2DC03FC7800D}"/>
              </a:ext>
            </a:extLst>
          </p:cNvPr>
          <p:cNvPicPr>
            <a:picLocks noChangeAspect="1"/>
          </p:cNvPicPr>
          <p:nvPr/>
        </p:nvPicPr>
        <p:blipFill>
          <a:blip r:embed="rId3"/>
          <a:stretch>
            <a:fillRect/>
          </a:stretch>
        </p:blipFill>
        <p:spPr>
          <a:xfrm>
            <a:off x="467544" y="1275606"/>
            <a:ext cx="6696744" cy="2322300"/>
          </a:xfrm>
          <a:prstGeom prst="rect">
            <a:avLst/>
          </a:prstGeom>
        </p:spPr>
      </p:pic>
    </p:spTree>
    <p:extLst>
      <p:ext uri="{BB962C8B-B14F-4D97-AF65-F5344CB8AC3E}">
        <p14:creationId xmlns:p14="http://schemas.microsoft.com/office/powerpoint/2010/main" val="33402781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fontScale="90000"/>
          </a:bodyPr>
          <a:lstStyle/>
          <a:p>
            <a:r>
              <a:rPr kumimoji="1" lang="en-US" altLang="zh-CN" dirty="0"/>
              <a:t>X-Level Parallelism in Computer Architecture</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051995E8-3B4D-4CE7-B17A-D428C595ED19}"/>
              </a:ext>
            </a:extLst>
          </p:cNvPr>
          <p:cNvPicPr>
            <a:picLocks noChangeAspect="1"/>
          </p:cNvPicPr>
          <p:nvPr/>
        </p:nvPicPr>
        <p:blipFill>
          <a:blip r:embed="rId3"/>
          <a:stretch>
            <a:fillRect/>
          </a:stretch>
        </p:blipFill>
        <p:spPr>
          <a:xfrm>
            <a:off x="971600" y="950738"/>
            <a:ext cx="2180080" cy="3345191"/>
          </a:xfrm>
          <a:prstGeom prst="rect">
            <a:avLst/>
          </a:prstGeom>
        </p:spPr>
      </p:pic>
    </p:spTree>
    <p:extLst>
      <p:ext uri="{BB962C8B-B14F-4D97-AF65-F5344CB8AC3E}">
        <p14:creationId xmlns:p14="http://schemas.microsoft.com/office/powerpoint/2010/main" val="29086220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kumimoji="1" lang="en-US" altLang="zh-CN" dirty="0"/>
              <a:t>Bit-Level Parallelism (BLP)</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F7117132-690A-4E0E-90B3-ABF63FD25BB7}"/>
              </a:ext>
            </a:extLst>
          </p:cNvPr>
          <p:cNvPicPr>
            <a:picLocks noChangeAspect="1"/>
          </p:cNvPicPr>
          <p:nvPr/>
        </p:nvPicPr>
        <p:blipFill>
          <a:blip r:embed="rId3"/>
          <a:stretch>
            <a:fillRect/>
          </a:stretch>
        </p:blipFill>
        <p:spPr>
          <a:xfrm>
            <a:off x="640886" y="908828"/>
            <a:ext cx="7862228" cy="3441362"/>
          </a:xfrm>
          <a:prstGeom prst="rect">
            <a:avLst/>
          </a:prstGeom>
        </p:spPr>
      </p:pic>
    </p:spTree>
    <p:extLst>
      <p:ext uri="{BB962C8B-B14F-4D97-AF65-F5344CB8AC3E}">
        <p14:creationId xmlns:p14="http://schemas.microsoft.com/office/powerpoint/2010/main" val="7563450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kumimoji="1" lang="en-US" altLang="zh-CN" dirty="0"/>
              <a:t>Instruction-Level Parallelism (ILP)</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B94D3995-9186-485A-86B8-4B6300A164FC}"/>
              </a:ext>
            </a:extLst>
          </p:cNvPr>
          <p:cNvPicPr>
            <a:picLocks noChangeAspect="1"/>
          </p:cNvPicPr>
          <p:nvPr/>
        </p:nvPicPr>
        <p:blipFill>
          <a:blip r:embed="rId3"/>
          <a:stretch>
            <a:fillRect/>
          </a:stretch>
        </p:blipFill>
        <p:spPr>
          <a:xfrm>
            <a:off x="557808" y="908828"/>
            <a:ext cx="8028384" cy="3450749"/>
          </a:xfrm>
          <a:prstGeom prst="rect">
            <a:avLst/>
          </a:prstGeom>
        </p:spPr>
      </p:pic>
    </p:spTree>
    <p:extLst>
      <p:ext uri="{BB962C8B-B14F-4D97-AF65-F5344CB8AC3E}">
        <p14:creationId xmlns:p14="http://schemas.microsoft.com/office/powerpoint/2010/main" val="22614576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fontScale="90000"/>
          </a:bodyPr>
          <a:lstStyle/>
          <a:p>
            <a:r>
              <a:rPr kumimoji="1" lang="en-US" altLang="zh-CN" dirty="0"/>
              <a:t>X-Level Parallelism in Computer Architecture</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6D3F4A60-5BAE-472B-857F-6684E856CD77}"/>
              </a:ext>
            </a:extLst>
          </p:cNvPr>
          <p:cNvPicPr>
            <a:picLocks noChangeAspect="1"/>
          </p:cNvPicPr>
          <p:nvPr/>
        </p:nvPicPr>
        <p:blipFill>
          <a:blip r:embed="rId3"/>
          <a:stretch>
            <a:fillRect/>
          </a:stretch>
        </p:blipFill>
        <p:spPr>
          <a:xfrm>
            <a:off x="240432" y="908828"/>
            <a:ext cx="8532440" cy="3592302"/>
          </a:xfrm>
          <a:prstGeom prst="rect">
            <a:avLst/>
          </a:prstGeom>
        </p:spPr>
      </p:pic>
      <p:sp>
        <p:nvSpPr>
          <p:cNvPr id="6" name="矩形 5">
            <a:extLst>
              <a:ext uri="{FF2B5EF4-FFF2-40B4-BE49-F238E27FC236}">
                <a16:creationId xmlns:a16="http://schemas.microsoft.com/office/drawing/2014/main" id="{7223DBB5-AC58-4C94-B70A-49BD5DE977D4}"/>
              </a:ext>
            </a:extLst>
          </p:cNvPr>
          <p:cNvSpPr/>
          <p:nvPr/>
        </p:nvSpPr>
        <p:spPr>
          <a:xfrm>
            <a:off x="179512" y="4299942"/>
            <a:ext cx="864096" cy="50405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169435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kumimoji="1" lang="en-US" altLang="zh-CN" dirty="0"/>
              <a:t>Thread-Level Parallelism (TLP)</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6" name="Picture 5">
            <a:extLst>
              <a:ext uri="{FF2B5EF4-FFF2-40B4-BE49-F238E27FC236}">
                <a16:creationId xmlns:a16="http://schemas.microsoft.com/office/drawing/2014/main" id="{9B7A5306-9158-496D-B6BE-1A0474A9862C}"/>
              </a:ext>
            </a:extLst>
          </p:cNvPr>
          <p:cNvPicPr>
            <a:picLocks noChangeAspect="1"/>
          </p:cNvPicPr>
          <p:nvPr/>
        </p:nvPicPr>
        <p:blipFill>
          <a:blip r:embed="rId3"/>
          <a:stretch>
            <a:fillRect/>
          </a:stretch>
        </p:blipFill>
        <p:spPr>
          <a:xfrm>
            <a:off x="550629" y="908828"/>
            <a:ext cx="8042741" cy="3504144"/>
          </a:xfrm>
          <a:prstGeom prst="rect">
            <a:avLst/>
          </a:prstGeom>
        </p:spPr>
      </p:pic>
    </p:spTree>
    <p:extLst>
      <p:ext uri="{BB962C8B-B14F-4D97-AF65-F5344CB8AC3E}">
        <p14:creationId xmlns:p14="http://schemas.microsoft.com/office/powerpoint/2010/main" val="39295003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fontScale="90000"/>
          </a:bodyPr>
          <a:lstStyle/>
          <a:p>
            <a:r>
              <a:rPr lang="en-US" dirty="0"/>
              <a:t>X-Level Parallelism in Computer Architecture </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492F9190-E361-4F7A-867A-8F56FFC41A54}"/>
              </a:ext>
            </a:extLst>
          </p:cNvPr>
          <p:cNvPicPr>
            <a:picLocks noChangeAspect="1"/>
          </p:cNvPicPr>
          <p:nvPr/>
        </p:nvPicPr>
        <p:blipFill>
          <a:blip r:embed="rId3"/>
          <a:stretch>
            <a:fillRect/>
          </a:stretch>
        </p:blipFill>
        <p:spPr>
          <a:xfrm>
            <a:off x="413792" y="908828"/>
            <a:ext cx="8316416" cy="3308376"/>
          </a:xfrm>
          <a:prstGeom prst="rect">
            <a:avLst/>
          </a:prstGeom>
        </p:spPr>
      </p:pic>
    </p:spTree>
    <p:extLst>
      <p:ext uri="{BB962C8B-B14F-4D97-AF65-F5344CB8AC3E}">
        <p14:creationId xmlns:p14="http://schemas.microsoft.com/office/powerpoint/2010/main" val="37185938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fontScale="90000"/>
          </a:bodyPr>
          <a:lstStyle/>
          <a:p>
            <a:r>
              <a:rPr lang="en-US" dirty="0"/>
              <a:t>X-Level Parallelism in Computer Architecture </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AFA04C32-C621-412A-A733-03D901837975}"/>
              </a:ext>
            </a:extLst>
          </p:cNvPr>
          <p:cNvPicPr>
            <a:picLocks noChangeAspect="1"/>
          </p:cNvPicPr>
          <p:nvPr/>
        </p:nvPicPr>
        <p:blipFill>
          <a:blip r:embed="rId3"/>
          <a:stretch>
            <a:fillRect/>
          </a:stretch>
        </p:blipFill>
        <p:spPr>
          <a:xfrm>
            <a:off x="449796" y="908828"/>
            <a:ext cx="8244408" cy="3297763"/>
          </a:xfrm>
          <a:prstGeom prst="rect">
            <a:avLst/>
          </a:prstGeom>
        </p:spPr>
      </p:pic>
    </p:spTree>
    <p:extLst>
      <p:ext uri="{BB962C8B-B14F-4D97-AF65-F5344CB8AC3E}">
        <p14:creationId xmlns:p14="http://schemas.microsoft.com/office/powerpoint/2010/main" val="41571288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lang="en-US" dirty="0"/>
              <a:t>Data-Level Parallelism</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4FE40727-444D-4FD6-AABC-F11AAC7EB755}"/>
              </a:ext>
            </a:extLst>
          </p:cNvPr>
          <p:cNvPicPr>
            <a:picLocks noChangeAspect="1"/>
          </p:cNvPicPr>
          <p:nvPr/>
        </p:nvPicPr>
        <p:blipFill>
          <a:blip r:embed="rId3"/>
          <a:stretch>
            <a:fillRect/>
          </a:stretch>
        </p:blipFill>
        <p:spPr>
          <a:xfrm>
            <a:off x="377788" y="904806"/>
            <a:ext cx="8388424" cy="3663909"/>
          </a:xfrm>
          <a:prstGeom prst="rect">
            <a:avLst/>
          </a:prstGeom>
        </p:spPr>
      </p:pic>
    </p:spTree>
    <p:extLst>
      <p:ext uri="{BB962C8B-B14F-4D97-AF65-F5344CB8AC3E}">
        <p14:creationId xmlns:p14="http://schemas.microsoft.com/office/powerpoint/2010/main" val="26496976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fontScale="90000"/>
          </a:bodyPr>
          <a:lstStyle/>
          <a:p>
            <a:r>
              <a:rPr lang="en-US" dirty="0"/>
              <a:t>X-Level Parallelism in Computer Architecture</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024154BA-E6EB-4723-990C-A24D733EFC01}"/>
              </a:ext>
            </a:extLst>
          </p:cNvPr>
          <p:cNvPicPr>
            <a:picLocks noChangeAspect="1"/>
          </p:cNvPicPr>
          <p:nvPr/>
        </p:nvPicPr>
        <p:blipFill>
          <a:blip r:embed="rId3"/>
          <a:stretch>
            <a:fillRect/>
          </a:stretch>
        </p:blipFill>
        <p:spPr>
          <a:xfrm>
            <a:off x="590111" y="908828"/>
            <a:ext cx="7963778" cy="3381445"/>
          </a:xfrm>
          <a:prstGeom prst="rect">
            <a:avLst/>
          </a:prstGeom>
        </p:spPr>
      </p:pic>
    </p:spTree>
    <p:extLst>
      <p:ext uri="{BB962C8B-B14F-4D97-AF65-F5344CB8AC3E}">
        <p14:creationId xmlns:p14="http://schemas.microsoft.com/office/powerpoint/2010/main" val="11934605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Outline</a:t>
            </a:r>
            <a:endParaRPr kumimoji="1" lang="zh-CN" altLang="en-US" dirty="0"/>
          </a:p>
        </p:txBody>
      </p:sp>
      <p:cxnSp>
        <p:nvCxnSpPr>
          <p:cNvPr id="4" name="直线连接符 3"/>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sp>
        <p:nvSpPr>
          <p:cNvPr id="6" name="文本框 3">
            <a:extLst>
              <a:ext uri="{FF2B5EF4-FFF2-40B4-BE49-F238E27FC236}">
                <a16:creationId xmlns:a16="http://schemas.microsoft.com/office/drawing/2014/main" id="{90177148-93FD-4063-8E2C-0BD308B697F6}"/>
              </a:ext>
            </a:extLst>
          </p:cNvPr>
          <p:cNvSpPr txBox="1"/>
          <p:nvPr/>
        </p:nvSpPr>
        <p:spPr>
          <a:xfrm>
            <a:off x="622176" y="884470"/>
            <a:ext cx="8054280" cy="3003515"/>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End-to-End Deployment</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AI Processing Pipeline</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Practical Constraints: </a:t>
            </a:r>
          </a:p>
          <a:p>
            <a:pPr lvl="1">
              <a:lnSpc>
                <a:spcPct val="150000"/>
              </a:lnSpc>
            </a:pPr>
            <a:r>
              <a:rPr lang="en-US" altLang="zh-CN" sz="1600" b="1" dirty="0">
                <a:latin typeface="微软雅黑" panose="020B0503020204020204" pitchFamily="34" charset="-122"/>
                <a:ea typeface="微软雅黑" panose="020B0503020204020204" pitchFamily="34" charset="-122"/>
              </a:rPr>
              <a:t>      Thermal, Performance Variability, Interference</a:t>
            </a:r>
          </a:p>
          <a:p>
            <a:pPr marL="342900" indent="-342900">
              <a:lnSpc>
                <a:spcPct val="150000"/>
              </a:lnSpc>
              <a:buFont typeface="Wingdings" panose="05000000000000000000" pitchFamily="2" charset="2"/>
              <a:buChar char="Ø"/>
            </a:pPr>
            <a:r>
              <a:rPr lang="en-US" altLang="zh-CN" sz="1600" b="1" dirty="0">
                <a:solidFill>
                  <a:srgbClr val="FF0000"/>
                </a:solidFill>
                <a:latin typeface="微软雅黑" panose="020B0503020204020204" pitchFamily="34" charset="-122"/>
                <a:ea typeface="微软雅黑" panose="020B0503020204020204" pitchFamily="34" charset="-122"/>
              </a:rPr>
              <a:t>Accelerator-Level Parallelism (ALP)</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X-level Parallelism</a:t>
            </a:r>
          </a:p>
          <a:p>
            <a:pPr marL="800100" lvl="1" indent="-342900">
              <a:lnSpc>
                <a:spcPct val="150000"/>
              </a:lnSpc>
              <a:buFont typeface="Wingdings" panose="05000000000000000000" pitchFamily="2" charset="2"/>
              <a:buChar char="Ø"/>
            </a:pPr>
            <a:r>
              <a:rPr lang="en-US" altLang="zh-CN" sz="1600" b="1" dirty="0">
                <a:solidFill>
                  <a:srgbClr val="FF0000"/>
                </a:solidFill>
                <a:latin typeface="微软雅黑" panose="020B0503020204020204" pitchFamily="34" charset="-122"/>
                <a:ea typeface="微软雅黑" panose="020B0503020204020204" pitchFamily="34" charset="-122"/>
              </a:rPr>
              <a:t>ALP in Mobile SoC</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Open Challenges</a:t>
            </a:r>
          </a:p>
        </p:txBody>
      </p:sp>
    </p:spTree>
    <p:extLst>
      <p:ext uri="{BB962C8B-B14F-4D97-AF65-F5344CB8AC3E}">
        <p14:creationId xmlns:p14="http://schemas.microsoft.com/office/powerpoint/2010/main" val="37909346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fontScale="90000"/>
          </a:bodyPr>
          <a:lstStyle/>
          <a:p>
            <a:r>
              <a:rPr lang="en-US" dirty="0"/>
              <a:t>X-Level Parallelism in Computer Architecture </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E3E37D44-D575-450E-B435-106F19783C13}"/>
              </a:ext>
            </a:extLst>
          </p:cNvPr>
          <p:cNvPicPr>
            <a:picLocks noChangeAspect="1"/>
          </p:cNvPicPr>
          <p:nvPr/>
        </p:nvPicPr>
        <p:blipFill>
          <a:blip r:embed="rId3"/>
          <a:stretch>
            <a:fillRect/>
          </a:stretch>
        </p:blipFill>
        <p:spPr>
          <a:xfrm>
            <a:off x="521022" y="908828"/>
            <a:ext cx="8101956" cy="3636000"/>
          </a:xfrm>
          <a:prstGeom prst="rect">
            <a:avLst/>
          </a:prstGeom>
        </p:spPr>
      </p:pic>
      <p:sp>
        <p:nvSpPr>
          <p:cNvPr id="5" name="矩形 4">
            <a:extLst>
              <a:ext uri="{FF2B5EF4-FFF2-40B4-BE49-F238E27FC236}">
                <a16:creationId xmlns:a16="http://schemas.microsoft.com/office/drawing/2014/main" id="{0C0540FA-D0AB-4B21-9971-1D1CFCF36286}"/>
              </a:ext>
            </a:extLst>
          </p:cNvPr>
          <p:cNvSpPr/>
          <p:nvPr/>
        </p:nvSpPr>
        <p:spPr>
          <a:xfrm>
            <a:off x="395536" y="4479962"/>
            <a:ext cx="864096" cy="50405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984638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lang="en-US" dirty="0"/>
              <a:t>Mobile SoC HW</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5" name="Google Shape;708;p58">
            <a:extLst>
              <a:ext uri="{FF2B5EF4-FFF2-40B4-BE49-F238E27FC236}">
                <a16:creationId xmlns:a16="http://schemas.microsoft.com/office/drawing/2014/main" id="{16836953-71E7-44D1-933C-6CF85F4EA5F2}"/>
              </a:ext>
            </a:extLst>
          </p:cNvPr>
          <p:cNvPicPr preferRelativeResize="0"/>
          <p:nvPr/>
        </p:nvPicPr>
        <p:blipFill>
          <a:blip r:embed="rId3">
            <a:alphaModFix/>
          </a:blip>
          <a:stretch>
            <a:fillRect/>
          </a:stretch>
        </p:blipFill>
        <p:spPr>
          <a:xfrm>
            <a:off x="1246773" y="987574"/>
            <a:ext cx="5931599" cy="3909775"/>
          </a:xfrm>
          <a:prstGeom prst="rect">
            <a:avLst/>
          </a:prstGeom>
          <a:noFill/>
          <a:ln>
            <a:noFill/>
          </a:ln>
        </p:spPr>
      </p:pic>
    </p:spTree>
    <p:extLst>
      <p:ext uri="{BB962C8B-B14F-4D97-AF65-F5344CB8AC3E}">
        <p14:creationId xmlns:p14="http://schemas.microsoft.com/office/powerpoint/2010/main" val="1023650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lang="en-US" dirty="0"/>
              <a:t>CPU, GPU, and Accelerators</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2B33C1E3-1995-4AEB-A619-8FBAAF50D381}"/>
              </a:ext>
            </a:extLst>
          </p:cNvPr>
          <p:cNvPicPr>
            <a:picLocks noChangeAspect="1"/>
          </p:cNvPicPr>
          <p:nvPr/>
        </p:nvPicPr>
        <p:blipFill>
          <a:blip r:embed="rId3"/>
          <a:stretch>
            <a:fillRect/>
          </a:stretch>
        </p:blipFill>
        <p:spPr>
          <a:xfrm>
            <a:off x="593812" y="908828"/>
            <a:ext cx="7956376" cy="3543458"/>
          </a:xfrm>
          <a:prstGeom prst="rect">
            <a:avLst/>
          </a:prstGeom>
        </p:spPr>
      </p:pic>
    </p:spTree>
    <p:extLst>
      <p:ext uri="{BB962C8B-B14F-4D97-AF65-F5344CB8AC3E}">
        <p14:creationId xmlns:p14="http://schemas.microsoft.com/office/powerpoint/2010/main" val="35356850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lang="en-US" dirty="0"/>
              <a:t>Mobile SoC Diversity</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BFC372BA-7DEA-46C4-9E69-CB12AEFD8C6F}"/>
              </a:ext>
            </a:extLst>
          </p:cNvPr>
          <p:cNvPicPr>
            <a:picLocks noChangeAspect="1"/>
          </p:cNvPicPr>
          <p:nvPr/>
        </p:nvPicPr>
        <p:blipFill>
          <a:blip r:embed="rId3"/>
          <a:stretch>
            <a:fillRect/>
          </a:stretch>
        </p:blipFill>
        <p:spPr>
          <a:xfrm>
            <a:off x="629816" y="908828"/>
            <a:ext cx="7884368" cy="3620485"/>
          </a:xfrm>
          <a:prstGeom prst="rect">
            <a:avLst/>
          </a:prstGeom>
        </p:spPr>
      </p:pic>
      <p:sp>
        <p:nvSpPr>
          <p:cNvPr id="5" name="矩形 4">
            <a:extLst>
              <a:ext uri="{FF2B5EF4-FFF2-40B4-BE49-F238E27FC236}">
                <a16:creationId xmlns:a16="http://schemas.microsoft.com/office/drawing/2014/main" id="{3EFF2531-F559-43DE-BC47-39B0F932DE7F}"/>
              </a:ext>
            </a:extLst>
          </p:cNvPr>
          <p:cNvSpPr/>
          <p:nvPr/>
        </p:nvSpPr>
        <p:spPr>
          <a:xfrm>
            <a:off x="395536" y="4299942"/>
            <a:ext cx="864096" cy="50405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155261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lang="en-US" dirty="0"/>
              <a:t>Mobile SoC </a:t>
            </a:r>
            <a:r>
              <a:rPr lang="en-US" dirty="0" err="1"/>
              <a:t>Usecase</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FB6B0B04-03E7-4EE1-9021-F1B97D2AE147}"/>
              </a:ext>
            </a:extLst>
          </p:cNvPr>
          <p:cNvPicPr>
            <a:picLocks noChangeAspect="1"/>
          </p:cNvPicPr>
          <p:nvPr/>
        </p:nvPicPr>
        <p:blipFill>
          <a:blip r:embed="rId3"/>
          <a:stretch>
            <a:fillRect/>
          </a:stretch>
        </p:blipFill>
        <p:spPr>
          <a:xfrm>
            <a:off x="259864" y="980728"/>
            <a:ext cx="8424936" cy="3600935"/>
          </a:xfrm>
          <a:prstGeom prst="rect">
            <a:avLst/>
          </a:prstGeom>
        </p:spPr>
      </p:pic>
    </p:spTree>
    <p:extLst>
      <p:ext uri="{BB962C8B-B14F-4D97-AF65-F5344CB8AC3E}">
        <p14:creationId xmlns:p14="http://schemas.microsoft.com/office/powerpoint/2010/main" val="23382046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lang="en-US" dirty="0"/>
              <a:t>Mobile SoC </a:t>
            </a:r>
            <a:r>
              <a:rPr lang="en-US" dirty="0" err="1"/>
              <a:t>Usecase</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D5A93A48-781B-4368-AB99-29720B7ECD6D}"/>
              </a:ext>
            </a:extLst>
          </p:cNvPr>
          <p:cNvPicPr>
            <a:picLocks noChangeAspect="1"/>
          </p:cNvPicPr>
          <p:nvPr/>
        </p:nvPicPr>
        <p:blipFill>
          <a:blip r:embed="rId3"/>
          <a:stretch>
            <a:fillRect/>
          </a:stretch>
        </p:blipFill>
        <p:spPr>
          <a:xfrm>
            <a:off x="593812" y="908828"/>
            <a:ext cx="7956376" cy="3633663"/>
          </a:xfrm>
          <a:prstGeom prst="rect">
            <a:avLst/>
          </a:prstGeom>
        </p:spPr>
      </p:pic>
      <p:sp>
        <p:nvSpPr>
          <p:cNvPr id="5" name="矩形 4">
            <a:extLst>
              <a:ext uri="{FF2B5EF4-FFF2-40B4-BE49-F238E27FC236}">
                <a16:creationId xmlns:a16="http://schemas.microsoft.com/office/drawing/2014/main" id="{FC201FA8-F254-4F87-AE26-635E26EC22D1}"/>
              </a:ext>
            </a:extLst>
          </p:cNvPr>
          <p:cNvSpPr/>
          <p:nvPr/>
        </p:nvSpPr>
        <p:spPr>
          <a:xfrm>
            <a:off x="395536" y="4299942"/>
            <a:ext cx="864096" cy="50405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882818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lang="en-US" dirty="0"/>
              <a:t>Mobile SoC </a:t>
            </a:r>
            <a:r>
              <a:rPr lang="en-US" dirty="0" err="1"/>
              <a:t>Usecase</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DF409D60-70CB-4534-832E-B1B16400C432}"/>
              </a:ext>
            </a:extLst>
          </p:cNvPr>
          <p:cNvPicPr>
            <a:picLocks noChangeAspect="1"/>
          </p:cNvPicPr>
          <p:nvPr/>
        </p:nvPicPr>
        <p:blipFill>
          <a:blip r:embed="rId3"/>
          <a:stretch>
            <a:fillRect/>
          </a:stretch>
        </p:blipFill>
        <p:spPr>
          <a:xfrm>
            <a:off x="629816" y="908828"/>
            <a:ext cx="7884368" cy="3550611"/>
          </a:xfrm>
          <a:prstGeom prst="rect">
            <a:avLst/>
          </a:prstGeom>
        </p:spPr>
      </p:pic>
      <p:sp>
        <p:nvSpPr>
          <p:cNvPr id="6" name="矩形 5">
            <a:extLst>
              <a:ext uri="{FF2B5EF4-FFF2-40B4-BE49-F238E27FC236}">
                <a16:creationId xmlns:a16="http://schemas.microsoft.com/office/drawing/2014/main" id="{08246518-1CC7-475D-81EB-80E5A2416F37}"/>
              </a:ext>
            </a:extLst>
          </p:cNvPr>
          <p:cNvSpPr/>
          <p:nvPr/>
        </p:nvSpPr>
        <p:spPr>
          <a:xfrm>
            <a:off x="395536" y="4207411"/>
            <a:ext cx="864096" cy="50405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283489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Outline</a:t>
            </a:r>
            <a:endParaRPr kumimoji="1" lang="zh-CN" altLang="en-US" dirty="0"/>
          </a:p>
        </p:txBody>
      </p:sp>
      <p:cxnSp>
        <p:nvCxnSpPr>
          <p:cNvPr id="4" name="直线连接符 3"/>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sp>
        <p:nvSpPr>
          <p:cNvPr id="6" name="文本框 3">
            <a:extLst>
              <a:ext uri="{FF2B5EF4-FFF2-40B4-BE49-F238E27FC236}">
                <a16:creationId xmlns:a16="http://schemas.microsoft.com/office/drawing/2014/main" id="{90177148-93FD-4063-8E2C-0BD308B697F6}"/>
              </a:ext>
            </a:extLst>
          </p:cNvPr>
          <p:cNvSpPr txBox="1"/>
          <p:nvPr/>
        </p:nvSpPr>
        <p:spPr>
          <a:xfrm>
            <a:off x="622176" y="884470"/>
            <a:ext cx="8054280" cy="3003515"/>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End-to-End Deployment</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AI Processing Pipeline</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Practical Constraints: </a:t>
            </a:r>
          </a:p>
          <a:p>
            <a:pPr lvl="1">
              <a:lnSpc>
                <a:spcPct val="150000"/>
              </a:lnSpc>
            </a:pPr>
            <a:r>
              <a:rPr lang="en-US" altLang="zh-CN" sz="1600" b="1" dirty="0">
                <a:latin typeface="微软雅黑" panose="020B0503020204020204" pitchFamily="34" charset="-122"/>
                <a:ea typeface="微软雅黑" panose="020B0503020204020204" pitchFamily="34" charset="-122"/>
              </a:rPr>
              <a:t>      Thermal, Performance Variability, Interference</a:t>
            </a:r>
          </a:p>
          <a:p>
            <a:pPr marL="342900" indent="-342900">
              <a:lnSpc>
                <a:spcPct val="150000"/>
              </a:lnSpc>
              <a:buFont typeface="Wingdings" panose="05000000000000000000" pitchFamily="2" charset="2"/>
              <a:buChar char="Ø"/>
            </a:pPr>
            <a:r>
              <a:rPr lang="en-US" altLang="zh-CN" sz="1600" b="1" dirty="0">
                <a:solidFill>
                  <a:srgbClr val="FF0000"/>
                </a:solidFill>
                <a:latin typeface="微软雅黑" panose="020B0503020204020204" pitchFamily="34" charset="-122"/>
                <a:ea typeface="微软雅黑" panose="020B0503020204020204" pitchFamily="34" charset="-122"/>
              </a:rPr>
              <a:t>Accelerator-Level Parallelism (ALP)</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X-level Parallelism</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ALP in Mobile SoC</a:t>
            </a:r>
          </a:p>
          <a:p>
            <a:pPr marL="800100" lvl="1" indent="-342900">
              <a:lnSpc>
                <a:spcPct val="150000"/>
              </a:lnSpc>
              <a:buFont typeface="Wingdings" panose="05000000000000000000" pitchFamily="2" charset="2"/>
              <a:buChar char="Ø"/>
            </a:pPr>
            <a:r>
              <a:rPr lang="en-US" altLang="zh-CN" sz="1600" b="1" dirty="0">
                <a:solidFill>
                  <a:srgbClr val="FF0000"/>
                </a:solidFill>
                <a:latin typeface="微软雅黑" panose="020B0503020204020204" pitchFamily="34" charset="-122"/>
                <a:ea typeface="微软雅黑" panose="020B0503020204020204" pitchFamily="34" charset="-122"/>
              </a:rPr>
              <a:t>Open Challenges</a:t>
            </a:r>
          </a:p>
        </p:txBody>
      </p:sp>
    </p:spTree>
    <p:extLst>
      <p:ext uri="{BB962C8B-B14F-4D97-AF65-F5344CB8AC3E}">
        <p14:creationId xmlns:p14="http://schemas.microsoft.com/office/powerpoint/2010/main" val="14702243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fontScale="90000"/>
          </a:bodyPr>
          <a:lstStyle/>
          <a:p>
            <a:r>
              <a:rPr lang="en-US" dirty="0"/>
              <a:t>Future Apps Demand Much More Computing</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C25AF208-8FB6-4C7F-851C-DDE60E64A1F7}"/>
              </a:ext>
            </a:extLst>
          </p:cNvPr>
          <p:cNvPicPr>
            <a:picLocks noChangeAspect="1"/>
          </p:cNvPicPr>
          <p:nvPr/>
        </p:nvPicPr>
        <p:blipFill>
          <a:blip r:embed="rId3"/>
          <a:stretch>
            <a:fillRect/>
          </a:stretch>
        </p:blipFill>
        <p:spPr>
          <a:xfrm>
            <a:off x="652318" y="908828"/>
            <a:ext cx="7839363" cy="3628135"/>
          </a:xfrm>
          <a:prstGeom prst="rect">
            <a:avLst/>
          </a:prstGeom>
        </p:spPr>
      </p:pic>
    </p:spTree>
    <p:extLst>
      <p:ext uri="{BB962C8B-B14F-4D97-AF65-F5344CB8AC3E}">
        <p14:creationId xmlns:p14="http://schemas.microsoft.com/office/powerpoint/2010/main" val="12939236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fontScale="90000"/>
          </a:bodyPr>
          <a:lstStyle/>
          <a:p>
            <a:r>
              <a:rPr lang="en-US" dirty="0"/>
              <a:t>X-level Parallel Hardware + </a:t>
            </a:r>
            <a:r>
              <a:rPr lang="en-US" dirty="0">
                <a:solidFill>
                  <a:srgbClr val="FF0000"/>
                </a:solidFill>
              </a:rPr>
              <a:t>Software (Model)</a:t>
            </a:r>
            <a:endParaRPr kumimoji="1" lang="zh-CN" altLang="en-US" dirty="0">
              <a:solidFill>
                <a:srgbClr val="FF0000"/>
              </a:solidFill>
            </a:endParaRPr>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3FFA62C9-0E80-4C05-AACC-9D06164CF8A2}"/>
              </a:ext>
            </a:extLst>
          </p:cNvPr>
          <p:cNvPicPr>
            <a:picLocks noChangeAspect="1"/>
          </p:cNvPicPr>
          <p:nvPr/>
        </p:nvPicPr>
        <p:blipFill>
          <a:blip r:embed="rId3"/>
          <a:stretch>
            <a:fillRect/>
          </a:stretch>
        </p:blipFill>
        <p:spPr>
          <a:xfrm>
            <a:off x="351306" y="908828"/>
            <a:ext cx="8441388" cy="3627801"/>
          </a:xfrm>
          <a:prstGeom prst="rect">
            <a:avLst/>
          </a:prstGeom>
        </p:spPr>
      </p:pic>
    </p:spTree>
    <p:extLst>
      <p:ext uri="{BB962C8B-B14F-4D97-AF65-F5344CB8AC3E}">
        <p14:creationId xmlns:p14="http://schemas.microsoft.com/office/powerpoint/2010/main" val="30879359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lang="en-US" dirty="0"/>
              <a:t>ALP Challenges &amp; Opportunities</a:t>
            </a:r>
            <a:endParaRPr kumimoji="1" lang="zh-CN" altLang="en-US" dirty="0">
              <a:solidFill>
                <a:srgbClr val="FF0000"/>
              </a:solidFill>
            </a:endParaRPr>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1AC55388-929A-4652-9CA2-0E02AF0D9D9F}"/>
              </a:ext>
            </a:extLst>
          </p:cNvPr>
          <p:cNvPicPr>
            <a:picLocks noChangeAspect="1"/>
          </p:cNvPicPr>
          <p:nvPr/>
        </p:nvPicPr>
        <p:blipFill>
          <a:blip r:embed="rId3"/>
          <a:stretch>
            <a:fillRect/>
          </a:stretch>
        </p:blipFill>
        <p:spPr>
          <a:xfrm>
            <a:off x="593812" y="1116826"/>
            <a:ext cx="7956376" cy="3420399"/>
          </a:xfrm>
          <a:prstGeom prst="rect">
            <a:avLst/>
          </a:prstGeom>
        </p:spPr>
      </p:pic>
      <p:sp>
        <p:nvSpPr>
          <p:cNvPr id="5" name="文本框 4">
            <a:extLst>
              <a:ext uri="{FF2B5EF4-FFF2-40B4-BE49-F238E27FC236}">
                <a16:creationId xmlns:a16="http://schemas.microsoft.com/office/drawing/2014/main" id="{AFB48EA7-1980-42AE-91F3-60FC1652C774}"/>
              </a:ext>
            </a:extLst>
          </p:cNvPr>
          <p:cNvSpPr txBox="1"/>
          <p:nvPr/>
        </p:nvSpPr>
        <p:spPr>
          <a:xfrm>
            <a:off x="690642" y="2827025"/>
            <a:ext cx="1027589" cy="276999"/>
          </a:xfrm>
          <a:prstGeom prst="rect">
            <a:avLst/>
          </a:prstGeom>
          <a:noFill/>
        </p:spPr>
        <p:txBody>
          <a:bodyPr wrap="none" rtlCol="0">
            <a:spAutoFit/>
          </a:bodyPr>
          <a:lstStyle/>
          <a:p>
            <a:r>
              <a:rPr lang="en-US" altLang="zh-CN" sz="1200" b="1" dirty="0">
                <a:solidFill>
                  <a:schemeClr val="bg1"/>
                </a:solidFill>
              </a:rPr>
              <a:t>Uniprocessor</a:t>
            </a:r>
            <a:endParaRPr lang="zh-CN" altLang="en-US" sz="1200" b="1" dirty="0">
              <a:solidFill>
                <a:schemeClr val="bg1"/>
              </a:solidFill>
            </a:endParaRPr>
          </a:p>
        </p:txBody>
      </p:sp>
      <p:sp>
        <p:nvSpPr>
          <p:cNvPr id="6" name="文本框 5">
            <a:extLst>
              <a:ext uri="{FF2B5EF4-FFF2-40B4-BE49-F238E27FC236}">
                <a16:creationId xmlns:a16="http://schemas.microsoft.com/office/drawing/2014/main" id="{3F79BC5B-8D42-4BC3-83B7-561045405475}"/>
              </a:ext>
            </a:extLst>
          </p:cNvPr>
          <p:cNvSpPr txBox="1"/>
          <p:nvPr/>
        </p:nvSpPr>
        <p:spPr>
          <a:xfrm>
            <a:off x="1907704" y="3081431"/>
            <a:ext cx="1111138" cy="461665"/>
          </a:xfrm>
          <a:prstGeom prst="rect">
            <a:avLst/>
          </a:prstGeom>
          <a:noFill/>
        </p:spPr>
        <p:txBody>
          <a:bodyPr wrap="none" rtlCol="0">
            <a:spAutoFit/>
          </a:bodyPr>
          <a:lstStyle/>
          <a:p>
            <a:pPr algn="ctr"/>
            <a:r>
              <a:rPr lang="en-US" altLang="zh-CN" sz="1200" b="1" dirty="0">
                <a:solidFill>
                  <a:schemeClr val="bg1"/>
                </a:solidFill>
              </a:rPr>
              <a:t>Homogeneous</a:t>
            </a:r>
          </a:p>
          <a:p>
            <a:pPr algn="ctr"/>
            <a:r>
              <a:rPr lang="en-US" altLang="zh-CN" sz="1200" b="1" dirty="0">
                <a:solidFill>
                  <a:schemeClr val="bg1"/>
                </a:solidFill>
              </a:rPr>
              <a:t>Multicore</a:t>
            </a:r>
            <a:endParaRPr lang="zh-CN" altLang="en-US" sz="1200" b="1" dirty="0">
              <a:solidFill>
                <a:schemeClr val="bg1"/>
              </a:solidFill>
            </a:endParaRPr>
          </a:p>
        </p:txBody>
      </p:sp>
      <p:sp>
        <p:nvSpPr>
          <p:cNvPr id="7" name="文本框 6">
            <a:extLst>
              <a:ext uri="{FF2B5EF4-FFF2-40B4-BE49-F238E27FC236}">
                <a16:creationId xmlns:a16="http://schemas.microsoft.com/office/drawing/2014/main" id="{5E2DABC4-6806-4424-8EE1-F8C79CE77B13}"/>
              </a:ext>
            </a:extLst>
          </p:cNvPr>
          <p:cNvSpPr txBox="1"/>
          <p:nvPr/>
        </p:nvSpPr>
        <p:spPr>
          <a:xfrm>
            <a:off x="3236271" y="3363838"/>
            <a:ext cx="1159292" cy="461665"/>
          </a:xfrm>
          <a:prstGeom prst="rect">
            <a:avLst/>
          </a:prstGeom>
          <a:noFill/>
        </p:spPr>
        <p:txBody>
          <a:bodyPr wrap="none" rtlCol="0">
            <a:spAutoFit/>
          </a:bodyPr>
          <a:lstStyle/>
          <a:p>
            <a:pPr algn="ctr"/>
            <a:r>
              <a:rPr lang="en-US" altLang="zh-CN" sz="1200" b="1" dirty="0">
                <a:solidFill>
                  <a:schemeClr val="bg1"/>
                </a:solidFill>
              </a:rPr>
              <a:t>Heterogeneous</a:t>
            </a:r>
          </a:p>
          <a:p>
            <a:pPr algn="ctr"/>
            <a:r>
              <a:rPr lang="en-US" altLang="zh-CN" sz="1200" b="1" dirty="0">
                <a:solidFill>
                  <a:schemeClr val="bg1"/>
                </a:solidFill>
              </a:rPr>
              <a:t>Multicore</a:t>
            </a:r>
            <a:endParaRPr lang="zh-CN" altLang="en-US" sz="1200" b="1" dirty="0">
              <a:solidFill>
                <a:schemeClr val="bg1"/>
              </a:solidFill>
            </a:endParaRPr>
          </a:p>
        </p:txBody>
      </p:sp>
      <p:sp>
        <p:nvSpPr>
          <p:cNvPr id="8" name="文本框 7">
            <a:extLst>
              <a:ext uri="{FF2B5EF4-FFF2-40B4-BE49-F238E27FC236}">
                <a16:creationId xmlns:a16="http://schemas.microsoft.com/office/drawing/2014/main" id="{B608CEEC-6EE2-44BF-88CC-98BE4CB7C51D}"/>
              </a:ext>
            </a:extLst>
          </p:cNvPr>
          <p:cNvSpPr txBox="1"/>
          <p:nvPr/>
        </p:nvSpPr>
        <p:spPr>
          <a:xfrm>
            <a:off x="4537695" y="3594670"/>
            <a:ext cx="1159292" cy="461665"/>
          </a:xfrm>
          <a:prstGeom prst="rect">
            <a:avLst/>
          </a:prstGeom>
          <a:noFill/>
        </p:spPr>
        <p:txBody>
          <a:bodyPr wrap="none" rtlCol="0">
            <a:spAutoFit/>
          </a:bodyPr>
          <a:lstStyle/>
          <a:p>
            <a:pPr algn="ctr"/>
            <a:r>
              <a:rPr lang="en-US" altLang="zh-CN" sz="1200" b="1" dirty="0">
                <a:solidFill>
                  <a:schemeClr val="bg1"/>
                </a:solidFill>
              </a:rPr>
              <a:t>Heterogeneous</a:t>
            </a:r>
          </a:p>
          <a:p>
            <a:pPr algn="ctr"/>
            <a:r>
              <a:rPr lang="en-US" altLang="zh-CN" sz="1200" b="1" dirty="0">
                <a:solidFill>
                  <a:schemeClr val="bg1"/>
                </a:solidFill>
              </a:rPr>
              <a:t>Accelerators</a:t>
            </a:r>
            <a:endParaRPr lang="zh-CN" altLang="en-US" sz="1200" b="1" dirty="0">
              <a:solidFill>
                <a:schemeClr val="bg1"/>
              </a:solidFill>
            </a:endParaRPr>
          </a:p>
        </p:txBody>
      </p:sp>
      <p:sp>
        <p:nvSpPr>
          <p:cNvPr id="9" name="文本框 8">
            <a:extLst>
              <a:ext uri="{FF2B5EF4-FFF2-40B4-BE49-F238E27FC236}">
                <a16:creationId xmlns:a16="http://schemas.microsoft.com/office/drawing/2014/main" id="{407C27A2-ED77-426C-BAFD-510F45F1DEBB}"/>
              </a:ext>
            </a:extLst>
          </p:cNvPr>
          <p:cNvSpPr txBox="1"/>
          <p:nvPr/>
        </p:nvSpPr>
        <p:spPr>
          <a:xfrm>
            <a:off x="5892119" y="4056335"/>
            <a:ext cx="1062342" cy="461665"/>
          </a:xfrm>
          <a:prstGeom prst="rect">
            <a:avLst/>
          </a:prstGeom>
          <a:noFill/>
        </p:spPr>
        <p:txBody>
          <a:bodyPr wrap="none" rtlCol="0">
            <a:spAutoFit/>
          </a:bodyPr>
          <a:lstStyle/>
          <a:p>
            <a:pPr algn="ctr"/>
            <a:r>
              <a:rPr lang="en-US" altLang="zh-CN" sz="1200" b="1" dirty="0">
                <a:solidFill>
                  <a:schemeClr val="bg1"/>
                </a:solidFill>
              </a:rPr>
              <a:t>Today: Device</a:t>
            </a:r>
          </a:p>
          <a:p>
            <a:pPr algn="ctr"/>
            <a:r>
              <a:rPr lang="en-US" altLang="zh-CN" sz="1200" b="1" dirty="0">
                <a:solidFill>
                  <a:schemeClr val="bg1"/>
                </a:solidFill>
              </a:rPr>
              <a:t>Accelerators</a:t>
            </a:r>
            <a:endParaRPr lang="zh-CN" altLang="en-US" sz="1200" b="1" dirty="0">
              <a:solidFill>
                <a:schemeClr val="bg1"/>
              </a:solidFill>
            </a:endParaRPr>
          </a:p>
        </p:txBody>
      </p:sp>
    </p:spTree>
    <p:extLst>
      <p:ext uri="{BB962C8B-B14F-4D97-AF65-F5344CB8AC3E}">
        <p14:creationId xmlns:p14="http://schemas.microsoft.com/office/powerpoint/2010/main" val="35268324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lang="en-US" dirty="0"/>
              <a:t>ALP Challenges &amp; Opportunities</a:t>
            </a:r>
            <a:endParaRPr kumimoji="1" lang="zh-CN" altLang="en-US" dirty="0">
              <a:solidFill>
                <a:srgbClr val="FF0000"/>
              </a:solidFill>
            </a:endParaRPr>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11" name="图片 10">
            <a:extLst>
              <a:ext uri="{FF2B5EF4-FFF2-40B4-BE49-F238E27FC236}">
                <a16:creationId xmlns:a16="http://schemas.microsoft.com/office/drawing/2014/main" id="{9F2C652D-E93C-45E4-A5B2-D340FBB472AF}"/>
              </a:ext>
            </a:extLst>
          </p:cNvPr>
          <p:cNvPicPr>
            <a:picLocks noChangeAspect="1"/>
          </p:cNvPicPr>
          <p:nvPr/>
        </p:nvPicPr>
        <p:blipFill>
          <a:blip r:embed="rId3"/>
          <a:stretch>
            <a:fillRect/>
          </a:stretch>
        </p:blipFill>
        <p:spPr>
          <a:xfrm>
            <a:off x="1148867" y="843558"/>
            <a:ext cx="6853746" cy="3863281"/>
          </a:xfrm>
          <a:prstGeom prst="rect">
            <a:avLst/>
          </a:prstGeom>
        </p:spPr>
      </p:pic>
    </p:spTree>
    <p:extLst>
      <p:ext uri="{BB962C8B-B14F-4D97-AF65-F5344CB8AC3E}">
        <p14:creationId xmlns:p14="http://schemas.microsoft.com/office/powerpoint/2010/main" val="8750933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lang="en-US" dirty="0"/>
              <a:t>ALP Challenges &amp; Opportunities</a:t>
            </a:r>
            <a:endParaRPr kumimoji="1" lang="zh-CN" altLang="en-US" dirty="0">
              <a:solidFill>
                <a:srgbClr val="FF0000"/>
              </a:solidFill>
            </a:endParaRPr>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6" name="Picture 5">
            <a:extLst>
              <a:ext uri="{FF2B5EF4-FFF2-40B4-BE49-F238E27FC236}">
                <a16:creationId xmlns:a16="http://schemas.microsoft.com/office/drawing/2014/main" id="{2240D802-7A93-46F4-8FB9-DC3A120C598B}"/>
              </a:ext>
            </a:extLst>
          </p:cNvPr>
          <p:cNvPicPr>
            <a:picLocks noChangeAspect="1"/>
          </p:cNvPicPr>
          <p:nvPr/>
        </p:nvPicPr>
        <p:blipFill>
          <a:blip r:embed="rId3"/>
          <a:stretch>
            <a:fillRect/>
          </a:stretch>
        </p:blipFill>
        <p:spPr>
          <a:xfrm>
            <a:off x="1115616" y="987574"/>
            <a:ext cx="7164288" cy="3542606"/>
          </a:xfrm>
          <a:prstGeom prst="rect">
            <a:avLst/>
          </a:prstGeom>
        </p:spPr>
      </p:pic>
    </p:spTree>
    <p:extLst>
      <p:ext uri="{BB962C8B-B14F-4D97-AF65-F5344CB8AC3E}">
        <p14:creationId xmlns:p14="http://schemas.microsoft.com/office/powerpoint/2010/main" val="10935770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Review</a:t>
            </a:r>
            <a:endParaRPr kumimoji="1" lang="zh-CN" altLang="en-US" dirty="0"/>
          </a:p>
        </p:txBody>
      </p:sp>
      <p:cxnSp>
        <p:nvCxnSpPr>
          <p:cNvPr id="4" name="直线连接符 3"/>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sp>
        <p:nvSpPr>
          <p:cNvPr id="6" name="文本框 3">
            <a:extLst>
              <a:ext uri="{FF2B5EF4-FFF2-40B4-BE49-F238E27FC236}">
                <a16:creationId xmlns:a16="http://schemas.microsoft.com/office/drawing/2014/main" id="{90177148-93FD-4063-8E2C-0BD308B697F6}"/>
              </a:ext>
            </a:extLst>
          </p:cNvPr>
          <p:cNvSpPr txBox="1"/>
          <p:nvPr/>
        </p:nvSpPr>
        <p:spPr>
          <a:xfrm>
            <a:off x="622176" y="884470"/>
            <a:ext cx="8054280" cy="3372846"/>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End-to-End Deployment</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AI Processing Pipeline: </a:t>
            </a:r>
            <a:r>
              <a:rPr lang="en-US" altLang="zh-CN" sz="1600" b="1" dirty="0">
                <a:solidFill>
                  <a:srgbClr val="FF0000"/>
                </a:solidFill>
                <a:latin typeface="微软雅黑" panose="020B0503020204020204" pitchFamily="34" charset="-122"/>
                <a:ea typeface="微软雅黑" panose="020B0503020204020204" pitchFamily="34" charset="-122"/>
              </a:rPr>
              <a:t>pre/post ML processing</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Practical Constraints: </a:t>
            </a:r>
            <a:r>
              <a:rPr lang="en-US" altLang="zh-CN" sz="1600" b="1" dirty="0">
                <a:solidFill>
                  <a:srgbClr val="FF0000"/>
                </a:solidFill>
                <a:latin typeface="微软雅黑" panose="020B0503020204020204" pitchFamily="34" charset="-122"/>
                <a:ea typeface="微软雅黑" panose="020B0503020204020204" pitchFamily="34" charset="-122"/>
              </a:rPr>
              <a:t>end-to-end consideration</a:t>
            </a:r>
          </a:p>
          <a:p>
            <a:pPr lvl="1">
              <a:lnSpc>
                <a:spcPct val="150000"/>
              </a:lnSpc>
            </a:pPr>
            <a:r>
              <a:rPr lang="en-US" altLang="zh-CN" sz="1600" b="1" dirty="0">
                <a:latin typeface="微软雅黑" panose="020B0503020204020204" pitchFamily="34" charset="-122"/>
                <a:ea typeface="微软雅黑" panose="020B0503020204020204" pitchFamily="34" charset="-122"/>
              </a:rPr>
              <a:t>      </a:t>
            </a:r>
            <a:r>
              <a:rPr lang="en-US" altLang="zh-CN" sz="1600" b="1" dirty="0">
                <a:solidFill>
                  <a:srgbClr val="FF0000"/>
                </a:solidFill>
                <a:latin typeface="微软雅黑" panose="020B0503020204020204" pitchFamily="34" charset="-122"/>
                <a:ea typeface="微软雅黑" panose="020B0503020204020204" pitchFamily="34" charset="-122"/>
              </a:rPr>
              <a:t>Thermal, Performance Variability, Interference</a:t>
            </a:r>
          </a:p>
          <a:p>
            <a:pPr marL="342900"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Accelerator-Level Parallelism (ALP)</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X-level Parallelism: </a:t>
            </a:r>
            <a:r>
              <a:rPr lang="en-US" altLang="zh-CN" sz="1600" b="1" dirty="0">
                <a:solidFill>
                  <a:srgbClr val="FF0000"/>
                </a:solidFill>
                <a:latin typeface="微软雅黑" panose="020B0503020204020204" pitchFamily="34" charset="-122"/>
                <a:ea typeface="微软雅黑" panose="020B0503020204020204" pitchFamily="34" charset="-122"/>
              </a:rPr>
              <a:t>BLP/ILP/TLP/DLP</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ALP in Mobile SoC: </a:t>
            </a:r>
            <a:r>
              <a:rPr lang="en-US" altLang="zh-CN" sz="1600" b="1" dirty="0">
                <a:solidFill>
                  <a:srgbClr val="FF0000"/>
                </a:solidFill>
                <a:latin typeface="微软雅黑" panose="020B0503020204020204" pitchFamily="34" charset="-122"/>
                <a:ea typeface="微软雅黑" panose="020B0503020204020204" pitchFamily="34" charset="-122"/>
              </a:rPr>
              <a:t>diversity</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Open Challenges: </a:t>
            </a:r>
          </a:p>
          <a:p>
            <a:pPr lvl="1">
              <a:lnSpc>
                <a:spcPct val="150000"/>
              </a:lnSpc>
            </a:pPr>
            <a:r>
              <a:rPr lang="en-US" altLang="zh-CN" sz="1600" b="1" dirty="0">
                <a:solidFill>
                  <a:srgbClr val="FF0000"/>
                </a:solidFill>
                <a:latin typeface="微软雅黑" panose="020B0503020204020204" pitchFamily="34" charset="-122"/>
                <a:ea typeface="微软雅黑" panose="020B0503020204020204" pitchFamily="34" charset="-122"/>
              </a:rPr>
              <a:t>      programmability, concurrency, communication, DSE</a:t>
            </a:r>
          </a:p>
        </p:txBody>
      </p:sp>
    </p:spTree>
    <p:extLst>
      <p:ext uri="{BB962C8B-B14F-4D97-AF65-F5344CB8AC3E}">
        <p14:creationId xmlns:p14="http://schemas.microsoft.com/office/powerpoint/2010/main" val="2127574905"/>
      </p:ext>
    </p:extLst>
  </p:cSld>
  <p:clrMapOvr>
    <a:masterClrMapping/>
  </p:clrMapOvr>
</p:sld>
</file>

<file path=ppt/theme/theme1.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3726</TotalTime>
  <Words>942</Words>
  <Application>Microsoft Office PowerPoint</Application>
  <PresentationFormat>全屏显示(16:9)</PresentationFormat>
  <Paragraphs>204</Paragraphs>
  <Slides>47</Slides>
  <Notes>39</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47</vt:i4>
      </vt:variant>
    </vt:vector>
  </HeadingPairs>
  <TitlesOfParts>
    <vt:vector size="60" baseType="lpstr">
      <vt:lpstr>FZLanTingHei-R-GBK</vt:lpstr>
      <vt:lpstr>方正兰亭黑Pro_GB18030</vt:lpstr>
      <vt:lpstr>方正兰亭黑Pro_GB18030 DemiBold</vt:lpstr>
      <vt:lpstr>方正兰亭圆简体_准</vt:lpstr>
      <vt:lpstr>Microsoft YaHei</vt:lpstr>
      <vt:lpstr>Microsoft YaHei</vt:lpstr>
      <vt:lpstr>Arial</vt:lpstr>
      <vt:lpstr>Calibri</vt:lpstr>
      <vt:lpstr>Merriweather</vt:lpstr>
      <vt:lpstr>Times New Roman</vt:lpstr>
      <vt:lpstr>Wingdings</vt:lpstr>
      <vt:lpstr>Office 主题</vt:lpstr>
      <vt:lpstr>自定义设计</vt:lpstr>
      <vt:lpstr>数字系统设计</vt:lpstr>
      <vt:lpstr>Review</vt:lpstr>
      <vt:lpstr>Compute in Memory (CIM)</vt:lpstr>
      <vt:lpstr>Charge-Based Memory Devices</vt:lpstr>
      <vt:lpstr>Resistance-Based Memory Devices</vt:lpstr>
      <vt:lpstr>Three Types of SRAM-based CIM</vt:lpstr>
      <vt:lpstr>PowerPoint 演示文稿</vt:lpstr>
      <vt:lpstr>Outline</vt:lpstr>
      <vt:lpstr>Holistic View of the ML Processing Pipeline</vt:lpstr>
      <vt:lpstr>Data Infeed for TPUs</vt:lpstr>
      <vt:lpstr>Example: A Face Recognition Pipeline</vt:lpstr>
      <vt:lpstr>Example: A Face Recognition Pipeline</vt:lpstr>
      <vt:lpstr>Example: A Face Recognition Pipeline</vt:lpstr>
      <vt:lpstr>Outline</vt:lpstr>
      <vt:lpstr>Practical Constraints in Deploying DL</vt:lpstr>
      <vt:lpstr>Practical Constraints in Deploying DL</vt:lpstr>
      <vt:lpstr>Thermal Constraints</vt:lpstr>
      <vt:lpstr>Thermal Constraints</vt:lpstr>
      <vt:lpstr>Performance Variability</vt:lpstr>
      <vt:lpstr>Interference</vt:lpstr>
      <vt:lpstr>Outline</vt:lpstr>
      <vt:lpstr>Advances in Processor Performance</vt:lpstr>
      <vt:lpstr>Great Ideas in Computer Architecture</vt:lpstr>
      <vt:lpstr>X-Level Parallelism in Computer Architecture</vt:lpstr>
      <vt:lpstr>Bit-Level Parallelism (BLP)</vt:lpstr>
      <vt:lpstr>Instruction-Level Parallelism (ILP)</vt:lpstr>
      <vt:lpstr>X-Level Parallelism in Computer Architecture</vt:lpstr>
      <vt:lpstr>Thread-Level Parallelism (TLP)</vt:lpstr>
      <vt:lpstr>X-Level Parallelism in Computer Architecture </vt:lpstr>
      <vt:lpstr>X-Level Parallelism in Computer Architecture </vt:lpstr>
      <vt:lpstr>Data-Level Parallelism</vt:lpstr>
      <vt:lpstr>X-Level Parallelism in Computer Architecture</vt:lpstr>
      <vt:lpstr>Outline</vt:lpstr>
      <vt:lpstr>X-Level Parallelism in Computer Architecture </vt:lpstr>
      <vt:lpstr>Mobile SoC HW</vt:lpstr>
      <vt:lpstr>CPU, GPU, and Accelerators</vt:lpstr>
      <vt:lpstr>Mobile SoC Diversity</vt:lpstr>
      <vt:lpstr>Mobile SoC Usecase</vt:lpstr>
      <vt:lpstr>Mobile SoC Usecase</vt:lpstr>
      <vt:lpstr>Mobile SoC Usecase</vt:lpstr>
      <vt:lpstr>Outline</vt:lpstr>
      <vt:lpstr>Future Apps Demand Much More Computing</vt:lpstr>
      <vt:lpstr>X-level Parallel Hardware + Software (Model)</vt:lpstr>
      <vt:lpstr>ALP Challenges &amp; Opportunities</vt:lpstr>
      <vt:lpstr>ALP Challenges &amp; Opportunities</vt:lpstr>
      <vt:lpstr>ALP Challenges &amp; Opportunities</vt:lpstr>
      <vt:lpstr>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Public copy</dc:creator>
  <cp:lastModifiedBy>Public copy</cp:lastModifiedBy>
  <cp:revision>834</cp:revision>
  <dcterms:created xsi:type="dcterms:W3CDTF">2021-03-02T03:13:00Z</dcterms:created>
  <dcterms:modified xsi:type="dcterms:W3CDTF">2025-05-25T06:21:06Z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2052-11.1.0.8597</vt:lpwstr>
  </property>
</Properties>
</file>